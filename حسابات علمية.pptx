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18" r:id="rId1"/>
  </p:sldMasterIdLst>
  <p:notesMasterIdLst>
    <p:notesMasterId r:id="rId23"/>
  </p:notesMasterIdLst>
  <p:sldIdLst>
    <p:sldId id="256" r:id="rId2"/>
    <p:sldId id="258" r:id="rId3"/>
    <p:sldId id="260" r:id="rId4"/>
    <p:sldId id="263" r:id="rId5"/>
    <p:sldId id="264" r:id="rId6"/>
    <p:sldId id="265" r:id="rId7"/>
    <p:sldId id="266" r:id="rId8"/>
    <p:sldId id="267" r:id="rId9"/>
    <p:sldId id="268" r:id="rId10"/>
    <p:sldId id="274" r:id="rId11"/>
    <p:sldId id="275" r:id="rId12"/>
    <p:sldId id="282" r:id="rId13"/>
    <p:sldId id="290" r:id="rId14"/>
    <p:sldId id="291" r:id="rId15"/>
    <p:sldId id="292" r:id="rId16"/>
    <p:sldId id="293" r:id="rId17"/>
    <p:sldId id="296" r:id="rId18"/>
    <p:sldId id="297" r:id="rId19"/>
    <p:sldId id="298" r:id="rId20"/>
    <p:sldId id="314" r:id="rId21"/>
    <p:sldId id="315" r:id="rId22"/>
  </p:sldIdLst>
  <p:sldSz cx="9144000" cy="5143500" type="screen16x9"/>
  <p:notesSz cx="6858000" cy="9144000"/>
  <p:embeddedFontLst>
    <p:embeddedFont>
      <p:font typeface="Josefin Sans" panose="020B0604020202020204" charset="0"/>
      <p:regular r:id="rId24"/>
      <p:bold r:id="rId25"/>
      <p:italic r:id="rId26"/>
      <p:boldItalic r:id="rId27"/>
    </p:embeddedFont>
    <p:embeddedFont>
      <p:font typeface="Goudy Stout" panose="0202090407030B020401" pitchFamily="18" charset="0"/>
      <p:regular r:id="rId28"/>
    </p:embeddedFont>
    <p:embeddedFont>
      <p:font typeface="Open Sans" panose="020B0604020202020204" charset="0"/>
      <p:regular r:id="rId29"/>
      <p:bold r:id="rId30"/>
      <p:italic r:id="rId31"/>
      <p:boldItalic r:id="rId32"/>
    </p:embeddedFont>
    <p:embeddedFont>
      <p:font typeface="Fira Sans Condensed" panose="020B0604020202020204" charset="0"/>
      <p:regular r:id="rId33"/>
      <p:bold r:id="rId34"/>
      <p:italic r:id="rId35"/>
      <p:boldItalic r:id="rId36"/>
    </p:embeddedFont>
    <p:embeddedFont>
      <p:font typeface="Open Sans SemiBold" panose="020B0604020202020204" charset="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A70B5D5-D0B0-43F6-8E89-C99574F32612}">
  <a:tblStyle styleId="{FA70B5D5-D0B0-43F6-8E89-C99574F3261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756" y="7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9" Type="http://schemas.openxmlformats.org/officeDocument/2006/relationships/font" Target="fonts/font16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font" Target="fonts/font1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font" Target="fonts/font14.fntdata"/><Relationship Id="rId40" Type="http://schemas.openxmlformats.org/officeDocument/2006/relationships/font" Target="fonts/font1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4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2" name="Google Shape;103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gb347e33ac9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4" name="Google Shape;1044;gb347e33ac9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gab8d1ca927_3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1" name="Google Shape;1081;gab8d1ca927_3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gd1e87cec61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1" name="Google Shape;1101;gd1e87cec61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gab8d1ca927_3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8" name="Google Shape;1108;gab8d1ca927_3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d1e87cec61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d1e87cec61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gab8d1ca927_3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7" name="Google Shape;1147;gab8d1ca927_3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gd1e87cec61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3" name="Google Shape;1153;gd1e87cec61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gab8d1ca927_3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9" name="Google Shape;1159;gab8d1ca927_3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8" name="Google Shape;1268;gab8d1ca927_3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9" name="Google Shape;1269;gab8d1ca927_3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Google Shape;1274;g1161f6db217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5" name="Google Shape;1275;g1161f6db217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3" name="Google Shape;1393;gab8d1ca927_3_2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4" name="Google Shape;1394;gab8d1ca927_3_2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7" name="Google Shape;1647;gab8d1ca927_3_3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8" name="Google Shape;1648;gab8d1ca927_3_3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3" name="Google Shape;1653;g11622ce5e0e_0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4" name="Google Shape;1654;g11622ce5e0e_0_1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" name="Google Shape;1658;gd1e87cec61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9" name="Google Shape;1659;gd1e87cec61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5" name="Google Shape;1665;g1161f6db217_0_2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6" name="Google Shape;1666;g1161f6db217_0_2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8" name="Google Shape;1718;gab8d1ca927_3_3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9" name="Google Shape;1719;gab8d1ca927_3_3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1" name="Google Shape;1731;gd1e87cec61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2" name="Google Shape;1732;gd1e87cec61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3" name="Google Shape;1743;gd1e87cec61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4" name="Google Shape;1744;gd1e87cec61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4" name="Google Shape;2254;gd1e87cec61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5" name="Google Shape;2255;gd1e87cec61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1" name="Google Shape;2271;gb347e33ac9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2" name="Google Shape;2272;gb347e33ac9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aticon.com/" TargetMode="External"/><Relationship Id="rId2" Type="http://schemas.openxmlformats.org/officeDocument/2006/relationships/hyperlink" Target="https://slidesgo.com/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freepik.com/" TargetMode="Externa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678600" y="1484550"/>
            <a:ext cx="7787100" cy="208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5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547575" y="3466725"/>
            <a:ext cx="4048800" cy="3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 rot="5400000">
            <a:off x="-1867025" y="1013175"/>
            <a:ext cx="4814046" cy="1710367"/>
          </a:xfrm>
          <a:custGeom>
            <a:avLst/>
            <a:gdLst/>
            <a:ahLst/>
            <a:cxnLst/>
            <a:rect l="l" t="t" r="r" b="b"/>
            <a:pathLst>
              <a:path w="143993" h="61524" extrusionOk="0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-229260" y="3396805"/>
            <a:ext cx="3675485" cy="1893812"/>
          </a:xfrm>
          <a:custGeom>
            <a:avLst/>
            <a:gdLst/>
            <a:ahLst/>
            <a:cxnLst/>
            <a:rect l="l" t="t" r="r" b="b"/>
            <a:pathLst>
              <a:path w="64695" h="36451" extrusionOk="0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 rot="-315040" flipH="1">
            <a:off x="-236345" y="4475012"/>
            <a:ext cx="2114446" cy="997085"/>
          </a:xfrm>
          <a:custGeom>
            <a:avLst/>
            <a:gdLst/>
            <a:ahLst/>
            <a:cxnLst/>
            <a:rect l="l" t="t" r="r" b="b"/>
            <a:pathLst>
              <a:path w="49839" h="23502" extrusionOk="0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3282713" y="4769113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927300" y="4210275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55488" y="2908263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/>
          <p:nvPr/>
        </p:nvSpPr>
        <p:spPr>
          <a:xfrm>
            <a:off x="4257175" y="4901838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2"/>
          <p:cNvSpPr/>
          <p:nvPr/>
        </p:nvSpPr>
        <p:spPr>
          <a:xfrm>
            <a:off x="1559288" y="3910538"/>
            <a:ext cx="98400" cy="98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2"/>
          <p:cNvSpPr/>
          <p:nvPr/>
        </p:nvSpPr>
        <p:spPr>
          <a:xfrm rot="-5400000">
            <a:off x="6110254" y="2527892"/>
            <a:ext cx="4814046" cy="1710367"/>
          </a:xfrm>
          <a:custGeom>
            <a:avLst/>
            <a:gdLst/>
            <a:ahLst/>
            <a:cxnLst/>
            <a:rect l="l" t="t" r="r" b="b"/>
            <a:pathLst>
              <a:path w="143993" h="61524" extrusionOk="0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2"/>
          <p:cNvSpPr/>
          <p:nvPr/>
        </p:nvSpPr>
        <p:spPr>
          <a:xfrm>
            <a:off x="5744675" y="-169359"/>
            <a:ext cx="3627772" cy="1869298"/>
          </a:xfrm>
          <a:custGeom>
            <a:avLst/>
            <a:gdLst/>
            <a:ahLst/>
            <a:cxnLst/>
            <a:rect l="l" t="t" r="r" b="b"/>
            <a:pathLst>
              <a:path w="64695" h="36451" extrusionOk="0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2"/>
          <p:cNvSpPr/>
          <p:nvPr/>
        </p:nvSpPr>
        <p:spPr>
          <a:xfrm rot="10484934" flipH="1">
            <a:off x="7292455" y="-348495"/>
            <a:ext cx="2087045" cy="984164"/>
          </a:xfrm>
          <a:custGeom>
            <a:avLst/>
            <a:gdLst/>
            <a:ahLst/>
            <a:cxnLst/>
            <a:rect l="l" t="t" r="r" b="b"/>
            <a:pathLst>
              <a:path w="49839" h="23502" extrusionOk="0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2"/>
          <p:cNvSpPr/>
          <p:nvPr/>
        </p:nvSpPr>
        <p:spPr>
          <a:xfrm rot="10800000">
            <a:off x="5634813" y="207921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2"/>
          <p:cNvSpPr/>
          <p:nvPr/>
        </p:nvSpPr>
        <p:spPr>
          <a:xfrm rot="10800000">
            <a:off x="7750600" y="1024809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2"/>
          <p:cNvSpPr/>
          <p:nvPr/>
        </p:nvSpPr>
        <p:spPr>
          <a:xfrm rot="10800000">
            <a:off x="8980488" y="1939771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2"/>
          <p:cNvSpPr/>
          <p:nvPr/>
        </p:nvSpPr>
        <p:spPr>
          <a:xfrm rot="10800000">
            <a:off x="4725450" y="139996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"/>
          <p:cNvSpPr txBox="1">
            <a:spLocks noGrp="1"/>
          </p:cNvSpPr>
          <p:nvPr>
            <p:ph type="subTitle" idx="1"/>
          </p:nvPr>
        </p:nvSpPr>
        <p:spPr>
          <a:xfrm>
            <a:off x="5069450" y="2590588"/>
            <a:ext cx="28848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63" name="Google Shape;63;p5"/>
          <p:cNvSpPr txBox="1">
            <a:spLocks noGrp="1"/>
          </p:cNvSpPr>
          <p:nvPr>
            <p:ph type="subTitle" idx="2"/>
          </p:nvPr>
        </p:nvSpPr>
        <p:spPr>
          <a:xfrm>
            <a:off x="5069400" y="2882600"/>
            <a:ext cx="2884800" cy="78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4" name="Google Shape;64;p5"/>
          <p:cNvSpPr txBox="1">
            <a:spLocks noGrp="1"/>
          </p:cNvSpPr>
          <p:nvPr>
            <p:ph type="subTitle" idx="3"/>
          </p:nvPr>
        </p:nvSpPr>
        <p:spPr>
          <a:xfrm>
            <a:off x="1189788" y="2590588"/>
            <a:ext cx="28848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65" name="Google Shape;65;p5"/>
          <p:cNvSpPr txBox="1">
            <a:spLocks noGrp="1"/>
          </p:cNvSpPr>
          <p:nvPr>
            <p:ph type="subTitle" idx="4"/>
          </p:nvPr>
        </p:nvSpPr>
        <p:spPr>
          <a:xfrm>
            <a:off x="1189800" y="2882600"/>
            <a:ext cx="2884800" cy="78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6" name="Google Shape;66;p5"/>
          <p:cNvSpPr/>
          <p:nvPr/>
        </p:nvSpPr>
        <p:spPr>
          <a:xfrm rot="10376871">
            <a:off x="-495921" y="-203555"/>
            <a:ext cx="4143688" cy="1411694"/>
          </a:xfrm>
          <a:custGeom>
            <a:avLst/>
            <a:gdLst/>
            <a:ahLst/>
            <a:cxnLst/>
            <a:rect l="l" t="t" r="r" b="b"/>
            <a:pathLst>
              <a:path w="49839" h="23502" extrusionOk="0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3812651" y="348974"/>
            <a:ext cx="163500" cy="163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593226" y="838649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4418776" y="633424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2981851" y="250274"/>
            <a:ext cx="98400" cy="98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5"/>
          <p:cNvSpPr/>
          <p:nvPr/>
        </p:nvSpPr>
        <p:spPr>
          <a:xfrm flipH="1">
            <a:off x="-201027" y="-164602"/>
            <a:ext cx="3007352" cy="1244123"/>
          </a:xfrm>
          <a:custGeom>
            <a:avLst/>
            <a:gdLst/>
            <a:ahLst/>
            <a:cxnLst/>
            <a:rect l="l" t="t" r="r" b="b"/>
            <a:pathLst>
              <a:path w="72716" h="43165" extrusionOk="0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5"/>
          <p:cNvSpPr/>
          <p:nvPr/>
        </p:nvSpPr>
        <p:spPr>
          <a:xfrm rot="10800000">
            <a:off x="-259611" y="-297078"/>
            <a:ext cx="2457436" cy="930503"/>
          </a:xfrm>
          <a:custGeom>
            <a:avLst/>
            <a:gdLst/>
            <a:ahLst/>
            <a:cxnLst/>
            <a:rect l="l" t="t" r="r" b="b"/>
            <a:pathLst>
              <a:path w="49839" h="23502" extrusionOk="0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5"/>
          <p:cNvSpPr/>
          <p:nvPr/>
        </p:nvSpPr>
        <p:spPr>
          <a:xfrm rot="-448972">
            <a:off x="5418223" y="3906226"/>
            <a:ext cx="4114989" cy="1394558"/>
          </a:xfrm>
          <a:custGeom>
            <a:avLst/>
            <a:gdLst/>
            <a:ahLst/>
            <a:cxnLst/>
            <a:rect l="l" t="t" r="r" b="b"/>
            <a:pathLst>
              <a:path w="49839" h="23502" extrusionOk="0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5"/>
          <p:cNvSpPr/>
          <p:nvPr/>
        </p:nvSpPr>
        <p:spPr>
          <a:xfrm rot="10800000">
            <a:off x="4710711" y="4724448"/>
            <a:ext cx="163500" cy="163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5"/>
          <p:cNvSpPr/>
          <p:nvPr/>
        </p:nvSpPr>
        <p:spPr>
          <a:xfrm rot="10800000">
            <a:off x="8391336" y="4168473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5"/>
          <p:cNvSpPr/>
          <p:nvPr/>
        </p:nvSpPr>
        <p:spPr>
          <a:xfrm rot="10800000">
            <a:off x="5390761" y="4168473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5"/>
          <p:cNvSpPr/>
          <p:nvPr/>
        </p:nvSpPr>
        <p:spPr>
          <a:xfrm rot="10800000">
            <a:off x="6002711" y="4756848"/>
            <a:ext cx="98400" cy="98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5"/>
          <p:cNvSpPr/>
          <p:nvPr/>
        </p:nvSpPr>
        <p:spPr>
          <a:xfrm rot="10800000" flipH="1">
            <a:off x="6276637" y="4026301"/>
            <a:ext cx="3007352" cy="1244123"/>
          </a:xfrm>
          <a:custGeom>
            <a:avLst/>
            <a:gdLst/>
            <a:ahLst/>
            <a:cxnLst/>
            <a:rect l="l" t="t" r="r" b="b"/>
            <a:pathLst>
              <a:path w="72716" h="43165" extrusionOk="0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5"/>
          <p:cNvSpPr/>
          <p:nvPr/>
        </p:nvSpPr>
        <p:spPr>
          <a:xfrm>
            <a:off x="6885137" y="4472397"/>
            <a:ext cx="2457436" cy="930503"/>
          </a:xfrm>
          <a:custGeom>
            <a:avLst/>
            <a:gdLst/>
            <a:ahLst/>
            <a:cxnLst/>
            <a:rect l="l" t="t" r="r" b="b"/>
            <a:pathLst>
              <a:path w="49839" h="23502" extrusionOk="0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7"/>
          <p:cNvSpPr txBox="1">
            <a:spLocks noGrp="1"/>
          </p:cNvSpPr>
          <p:nvPr>
            <p:ph type="title"/>
          </p:nvPr>
        </p:nvSpPr>
        <p:spPr>
          <a:xfrm>
            <a:off x="707550" y="1922950"/>
            <a:ext cx="4860000" cy="8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90" name="Google Shape;90;p7"/>
          <p:cNvSpPr txBox="1">
            <a:spLocks noGrp="1"/>
          </p:cNvSpPr>
          <p:nvPr>
            <p:ph type="subTitle" idx="1"/>
          </p:nvPr>
        </p:nvSpPr>
        <p:spPr>
          <a:xfrm>
            <a:off x="707650" y="2757125"/>
            <a:ext cx="4860000" cy="49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7"/>
          <p:cNvSpPr/>
          <p:nvPr/>
        </p:nvSpPr>
        <p:spPr>
          <a:xfrm rot="-10667561">
            <a:off x="305871" y="4396335"/>
            <a:ext cx="4818716" cy="780968"/>
          </a:xfrm>
          <a:custGeom>
            <a:avLst/>
            <a:gdLst/>
            <a:ahLst/>
            <a:cxnLst/>
            <a:rect l="l" t="t" r="r" b="b"/>
            <a:pathLst>
              <a:path w="79484" h="14785" extrusionOk="0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7"/>
          <p:cNvSpPr/>
          <p:nvPr/>
        </p:nvSpPr>
        <p:spPr>
          <a:xfrm rot="10800000">
            <a:off x="402459" y="4303597"/>
            <a:ext cx="2393629" cy="966464"/>
          </a:xfrm>
          <a:custGeom>
            <a:avLst/>
            <a:gdLst/>
            <a:ahLst/>
            <a:cxnLst/>
            <a:rect l="l" t="t" r="r" b="b"/>
            <a:pathLst>
              <a:path w="72716" h="43165" extrusionOk="0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7"/>
          <p:cNvSpPr/>
          <p:nvPr/>
        </p:nvSpPr>
        <p:spPr>
          <a:xfrm>
            <a:off x="-272112" y="4159112"/>
            <a:ext cx="2096898" cy="989152"/>
          </a:xfrm>
          <a:custGeom>
            <a:avLst/>
            <a:gdLst/>
            <a:ahLst/>
            <a:cxnLst/>
            <a:rect l="l" t="t" r="r" b="b"/>
            <a:pathLst>
              <a:path w="143993" h="61524" extrusionOk="0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7"/>
          <p:cNvSpPr/>
          <p:nvPr/>
        </p:nvSpPr>
        <p:spPr>
          <a:xfrm>
            <a:off x="5246676" y="4820774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7"/>
          <p:cNvSpPr/>
          <p:nvPr/>
        </p:nvSpPr>
        <p:spPr>
          <a:xfrm>
            <a:off x="402451" y="3952199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7"/>
          <p:cNvSpPr/>
          <p:nvPr/>
        </p:nvSpPr>
        <p:spPr>
          <a:xfrm>
            <a:off x="1153051" y="4390624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7"/>
          <p:cNvSpPr/>
          <p:nvPr/>
        </p:nvSpPr>
        <p:spPr>
          <a:xfrm>
            <a:off x="2859751" y="4737474"/>
            <a:ext cx="98400" cy="98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7"/>
          <p:cNvSpPr/>
          <p:nvPr/>
        </p:nvSpPr>
        <p:spPr>
          <a:xfrm rot="-132439" flipH="1">
            <a:off x="305871" y="-39916"/>
            <a:ext cx="4818716" cy="780968"/>
          </a:xfrm>
          <a:custGeom>
            <a:avLst/>
            <a:gdLst/>
            <a:ahLst/>
            <a:cxnLst/>
            <a:rect l="l" t="t" r="r" b="b"/>
            <a:pathLst>
              <a:path w="79484" h="14785" extrusionOk="0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7"/>
          <p:cNvSpPr/>
          <p:nvPr/>
        </p:nvSpPr>
        <p:spPr>
          <a:xfrm flipH="1">
            <a:off x="402459" y="-132676"/>
            <a:ext cx="2393629" cy="966464"/>
          </a:xfrm>
          <a:custGeom>
            <a:avLst/>
            <a:gdLst/>
            <a:ahLst/>
            <a:cxnLst/>
            <a:rect l="l" t="t" r="r" b="b"/>
            <a:pathLst>
              <a:path w="72716" h="43165" extrusionOk="0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7"/>
          <p:cNvSpPr/>
          <p:nvPr/>
        </p:nvSpPr>
        <p:spPr>
          <a:xfrm rot="10800000" flipH="1">
            <a:off x="-272112" y="-10878"/>
            <a:ext cx="2096898" cy="989152"/>
          </a:xfrm>
          <a:custGeom>
            <a:avLst/>
            <a:gdLst/>
            <a:ahLst/>
            <a:cxnLst/>
            <a:rect l="l" t="t" r="r" b="b"/>
            <a:pathLst>
              <a:path w="143993" h="61524" extrusionOk="0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7"/>
          <p:cNvSpPr/>
          <p:nvPr/>
        </p:nvSpPr>
        <p:spPr>
          <a:xfrm rot="10800000" flipH="1">
            <a:off x="402451" y="1086487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7"/>
          <p:cNvSpPr/>
          <p:nvPr/>
        </p:nvSpPr>
        <p:spPr>
          <a:xfrm rot="10800000" flipH="1">
            <a:off x="1153051" y="648062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7"/>
          <p:cNvSpPr/>
          <p:nvPr/>
        </p:nvSpPr>
        <p:spPr>
          <a:xfrm rot="10800000" flipH="1">
            <a:off x="2859751" y="301212"/>
            <a:ext cx="98400" cy="98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7"/>
          <p:cNvSpPr/>
          <p:nvPr/>
        </p:nvSpPr>
        <p:spPr>
          <a:xfrm rot="10800000" flipH="1">
            <a:off x="5246676" y="153112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"/>
          <p:cNvSpPr txBox="1">
            <a:spLocks noGrp="1"/>
          </p:cNvSpPr>
          <p:nvPr>
            <p:ph type="title"/>
          </p:nvPr>
        </p:nvSpPr>
        <p:spPr>
          <a:xfrm>
            <a:off x="2141950" y="1922950"/>
            <a:ext cx="4860000" cy="8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5" name="Google Shape;125;p9"/>
          <p:cNvSpPr txBox="1">
            <a:spLocks noGrp="1"/>
          </p:cNvSpPr>
          <p:nvPr>
            <p:ph type="subTitle" idx="1"/>
          </p:nvPr>
        </p:nvSpPr>
        <p:spPr>
          <a:xfrm>
            <a:off x="2142050" y="2757125"/>
            <a:ext cx="4860000" cy="49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9"/>
          <p:cNvSpPr/>
          <p:nvPr/>
        </p:nvSpPr>
        <p:spPr>
          <a:xfrm rot="10800000" flipH="1">
            <a:off x="5365175" y="3285293"/>
            <a:ext cx="4058317" cy="1729782"/>
          </a:xfrm>
          <a:custGeom>
            <a:avLst/>
            <a:gdLst/>
            <a:ahLst/>
            <a:cxnLst/>
            <a:rect l="l" t="t" r="r" b="b"/>
            <a:pathLst>
              <a:path w="64695" h="36451" extrusionOk="0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9"/>
          <p:cNvSpPr/>
          <p:nvPr/>
        </p:nvSpPr>
        <p:spPr>
          <a:xfrm rot="10800000" flipH="1">
            <a:off x="4874550" y="4429982"/>
            <a:ext cx="4130269" cy="1085168"/>
          </a:xfrm>
          <a:custGeom>
            <a:avLst/>
            <a:gdLst/>
            <a:ahLst/>
            <a:cxnLst/>
            <a:rect l="l" t="t" r="r" b="b"/>
            <a:pathLst>
              <a:path w="72716" h="43165" extrusionOk="0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9"/>
          <p:cNvSpPr/>
          <p:nvPr/>
        </p:nvSpPr>
        <p:spPr>
          <a:xfrm flipH="1">
            <a:off x="5365175" y="4663675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9"/>
          <p:cNvSpPr/>
          <p:nvPr/>
        </p:nvSpPr>
        <p:spPr>
          <a:xfrm flipH="1">
            <a:off x="7188788" y="4382613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9"/>
          <p:cNvSpPr/>
          <p:nvPr/>
        </p:nvSpPr>
        <p:spPr>
          <a:xfrm flipH="1">
            <a:off x="6621274" y="3703451"/>
            <a:ext cx="2874201" cy="1521816"/>
          </a:xfrm>
          <a:custGeom>
            <a:avLst/>
            <a:gdLst/>
            <a:ahLst/>
            <a:cxnLst/>
            <a:rect l="l" t="t" r="r" b="b"/>
            <a:pathLst>
              <a:path w="80952" h="42859" extrusionOk="0">
                <a:moveTo>
                  <a:pt x="7027" y="1"/>
                </a:moveTo>
                <a:cubicBezTo>
                  <a:pt x="6872" y="1"/>
                  <a:pt x="6717" y="3"/>
                  <a:pt x="6562" y="7"/>
                </a:cubicBezTo>
                <a:cubicBezTo>
                  <a:pt x="4866" y="30"/>
                  <a:pt x="3192" y="387"/>
                  <a:pt x="1629" y="1056"/>
                </a:cubicBezTo>
                <a:cubicBezTo>
                  <a:pt x="0" y="1793"/>
                  <a:pt x="89" y="2418"/>
                  <a:pt x="335" y="4114"/>
                </a:cubicBezTo>
                <a:cubicBezTo>
                  <a:pt x="982" y="8332"/>
                  <a:pt x="1652" y="12528"/>
                  <a:pt x="2321" y="16724"/>
                </a:cubicBezTo>
                <a:lnTo>
                  <a:pt x="4241" y="29022"/>
                </a:lnTo>
                <a:cubicBezTo>
                  <a:pt x="4866" y="32972"/>
                  <a:pt x="6160" y="37347"/>
                  <a:pt x="6160" y="41342"/>
                </a:cubicBezTo>
                <a:cubicBezTo>
                  <a:pt x="6227" y="41676"/>
                  <a:pt x="6294" y="42056"/>
                  <a:pt x="6562" y="42257"/>
                </a:cubicBezTo>
                <a:cubicBezTo>
                  <a:pt x="6776" y="42374"/>
                  <a:pt x="7008" y="42440"/>
                  <a:pt x="7256" y="42440"/>
                </a:cubicBezTo>
                <a:cubicBezTo>
                  <a:pt x="7292" y="42440"/>
                  <a:pt x="7328" y="42438"/>
                  <a:pt x="7365" y="42435"/>
                </a:cubicBezTo>
                <a:cubicBezTo>
                  <a:pt x="18275" y="42693"/>
                  <a:pt x="29189" y="42859"/>
                  <a:pt x="40102" y="42859"/>
                </a:cubicBezTo>
                <a:cubicBezTo>
                  <a:pt x="53724" y="42859"/>
                  <a:pt x="67345" y="42601"/>
                  <a:pt x="80951" y="41944"/>
                </a:cubicBezTo>
                <a:cubicBezTo>
                  <a:pt x="71220" y="38596"/>
                  <a:pt x="61154" y="36409"/>
                  <a:pt x="50910" y="35450"/>
                </a:cubicBezTo>
                <a:cubicBezTo>
                  <a:pt x="46357" y="35003"/>
                  <a:pt x="41513" y="34735"/>
                  <a:pt x="37741" y="32124"/>
                </a:cubicBezTo>
                <a:cubicBezTo>
                  <a:pt x="33880" y="29423"/>
                  <a:pt x="31939" y="24781"/>
                  <a:pt x="30443" y="20317"/>
                </a:cubicBezTo>
                <a:cubicBezTo>
                  <a:pt x="28948" y="15854"/>
                  <a:pt x="27609" y="11144"/>
                  <a:pt x="24439" y="7663"/>
                </a:cubicBezTo>
                <a:cubicBezTo>
                  <a:pt x="22676" y="5743"/>
                  <a:pt x="20422" y="4315"/>
                  <a:pt x="18123" y="3087"/>
                </a:cubicBezTo>
                <a:cubicBezTo>
                  <a:pt x="14732" y="1327"/>
                  <a:pt x="10908" y="1"/>
                  <a:pt x="70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9"/>
          <p:cNvSpPr/>
          <p:nvPr/>
        </p:nvSpPr>
        <p:spPr>
          <a:xfrm flipH="1">
            <a:off x="7832875" y="4017025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9"/>
          <p:cNvSpPr/>
          <p:nvPr/>
        </p:nvSpPr>
        <p:spPr>
          <a:xfrm flipH="1">
            <a:off x="8890913" y="3007538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9"/>
          <p:cNvSpPr/>
          <p:nvPr/>
        </p:nvSpPr>
        <p:spPr>
          <a:xfrm flipH="1">
            <a:off x="-260192" y="166613"/>
            <a:ext cx="4058317" cy="1729782"/>
          </a:xfrm>
          <a:custGeom>
            <a:avLst/>
            <a:gdLst/>
            <a:ahLst/>
            <a:cxnLst/>
            <a:rect l="l" t="t" r="r" b="b"/>
            <a:pathLst>
              <a:path w="64695" h="36451" extrusionOk="0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9"/>
          <p:cNvSpPr/>
          <p:nvPr/>
        </p:nvSpPr>
        <p:spPr>
          <a:xfrm flipH="1">
            <a:off x="158481" y="-333462"/>
            <a:ext cx="4130269" cy="1085168"/>
          </a:xfrm>
          <a:custGeom>
            <a:avLst/>
            <a:gdLst/>
            <a:ahLst/>
            <a:cxnLst/>
            <a:rect l="l" t="t" r="r" b="b"/>
            <a:pathLst>
              <a:path w="72716" h="43165" extrusionOk="0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9"/>
          <p:cNvSpPr/>
          <p:nvPr/>
        </p:nvSpPr>
        <p:spPr>
          <a:xfrm rot="10800000" flipH="1">
            <a:off x="3699725" y="419313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9"/>
          <p:cNvSpPr/>
          <p:nvPr/>
        </p:nvSpPr>
        <p:spPr>
          <a:xfrm rot="10800000" flipH="1">
            <a:off x="1811013" y="635575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9"/>
          <p:cNvSpPr/>
          <p:nvPr/>
        </p:nvSpPr>
        <p:spPr>
          <a:xfrm rot="10800000" flipH="1">
            <a:off x="-332175" y="-43579"/>
            <a:ext cx="2874201" cy="1521816"/>
          </a:xfrm>
          <a:custGeom>
            <a:avLst/>
            <a:gdLst/>
            <a:ahLst/>
            <a:cxnLst/>
            <a:rect l="l" t="t" r="r" b="b"/>
            <a:pathLst>
              <a:path w="80952" h="42859" extrusionOk="0">
                <a:moveTo>
                  <a:pt x="7027" y="1"/>
                </a:moveTo>
                <a:cubicBezTo>
                  <a:pt x="6872" y="1"/>
                  <a:pt x="6717" y="3"/>
                  <a:pt x="6562" y="7"/>
                </a:cubicBezTo>
                <a:cubicBezTo>
                  <a:pt x="4866" y="30"/>
                  <a:pt x="3192" y="387"/>
                  <a:pt x="1629" y="1056"/>
                </a:cubicBezTo>
                <a:cubicBezTo>
                  <a:pt x="0" y="1793"/>
                  <a:pt x="89" y="2418"/>
                  <a:pt x="335" y="4114"/>
                </a:cubicBezTo>
                <a:cubicBezTo>
                  <a:pt x="982" y="8332"/>
                  <a:pt x="1652" y="12528"/>
                  <a:pt x="2321" y="16724"/>
                </a:cubicBezTo>
                <a:lnTo>
                  <a:pt x="4241" y="29022"/>
                </a:lnTo>
                <a:cubicBezTo>
                  <a:pt x="4866" y="32972"/>
                  <a:pt x="6160" y="37347"/>
                  <a:pt x="6160" y="41342"/>
                </a:cubicBezTo>
                <a:cubicBezTo>
                  <a:pt x="6227" y="41676"/>
                  <a:pt x="6294" y="42056"/>
                  <a:pt x="6562" y="42257"/>
                </a:cubicBezTo>
                <a:cubicBezTo>
                  <a:pt x="6776" y="42374"/>
                  <a:pt x="7008" y="42440"/>
                  <a:pt x="7256" y="42440"/>
                </a:cubicBezTo>
                <a:cubicBezTo>
                  <a:pt x="7292" y="42440"/>
                  <a:pt x="7328" y="42438"/>
                  <a:pt x="7365" y="42435"/>
                </a:cubicBezTo>
                <a:cubicBezTo>
                  <a:pt x="18275" y="42693"/>
                  <a:pt x="29189" y="42859"/>
                  <a:pt x="40102" y="42859"/>
                </a:cubicBezTo>
                <a:cubicBezTo>
                  <a:pt x="53724" y="42859"/>
                  <a:pt x="67345" y="42601"/>
                  <a:pt x="80951" y="41944"/>
                </a:cubicBezTo>
                <a:cubicBezTo>
                  <a:pt x="71220" y="38596"/>
                  <a:pt x="61154" y="36409"/>
                  <a:pt x="50910" y="35450"/>
                </a:cubicBezTo>
                <a:cubicBezTo>
                  <a:pt x="46357" y="35003"/>
                  <a:pt x="41513" y="34735"/>
                  <a:pt x="37741" y="32124"/>
                </a:cubicBezTo>
                <a:cubicBezTo>
                  <a:pt x="33880" y="29423"/>
                  <a:pt x="31939" y="24781"/>
                  <a:pt x="30443" y="20317"/>
                </a:cubicBezTo>
                <a:cubicBezTo>
                  <a:pt x="28948" y="15854"/>
                  <a:pt x="27609" y="11144"/>
                  <a:pt x="24439" y="7663"/>
                </a:cubicBezTo>
                <a:cubicBezTo>
                  <a:pt x="22676" y="5743"/>
                  <a:pt x="20422" y="4315"/>
                  <a:pt x="18123" y="3087"/>
                </a:cubicBezTo>
                <a:cubicBezTo>
                  <a:pt x="14732" y="1327"/>
                  <a:pt x="10908" y="1"/>
                  <a:pt x="70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9"/>
          <p:cNvSpPr/>
          <p:nvPr/>
        </p:nvSpPr>
        <p:spPr>
          <a:xfrm rot="10800000" flipH="1">
            <a:off x="1232025" y="1065963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9"/>
          <p:cNvSpPr/>
          <p:nvPr/>
        </p:nvSpPr>
        <p:spPr>
          <a:xfrm rot="10800000" flipH="1">
            <a:off x="108888" y="2010650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"/>
          <p:cNvSpPr txBox="1">
            <a:spLocks noGrp="1"/>
          </p:cNvSpPr>
          <p:nvPr>
            <p:ph type="body" idx="1"/>
          </p:nvPr>
        </p:nvSpPr>
        <p:spPr>
          <a:xfrm>
            <a:off x="718675" y="540000"/>
            <a:ext cx="3411600" cy="90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000" b="1">
                <a:solidFill>
                  <a:schemeClr val="lt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</a:lstStyle>
          <a:p>
            <a:endParaRPr/>
          </a:p>
        </p:txBody>
      </p:sp>
      <p:sp>
        <p:nvSpPr>
          <p:cNvPr id="142" name="Google Shape;142;p10"/>
          <p:cNvSpPr/>
          <p:nvPr/>
        </p:nvSpPr>
        <p:spPr>
          <a:xfrm flipH="1">
            <a:off x="3426309" y="3056502"/>
            <a:ext cx="5986869" cy="2127192"/>
          </a:xfrm>
          <a:custGeom>
            <a:avLst/>
            <a:gdLst/>
            <a:ahLst/>
            <a:cxnLst/>
            <a:rect l="l" t="t" r="r" b="b"/>
            <a:pathLst>
              <a:path w="143993" h="61524" extrusionOk="0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10"/>
          <p:cNvSpPr/>
          <p:nvPr/>
        </p:nvSpPr>
        <p:spPr>
          <a:xfrm rot="10800000" flipH="1">
            <a:off x="5737690" y="3381530"/>
            <a:ext cx="3675485" cy="1893812"/>
          </a:xfrm>
          <a:custGeom>
            <a:avLst/>
            <a:gdLst/>
            <a:ahLst/>
            <a:cxnLst/>
            <a:rect l="l" t="t" r="r" b="b"/>
            <a:pathLst>
              <a:path w="64695" h="36451" extrusionOk="0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10"/>
          <p:cNvSpPr/>
          <p:nvPr/>
        </p:nvSpPr>
        <p:spPr>
          <a:xfrm rot="315040">
            <a:off x="7305814" y="4459737"/>
            <a:ext cx="2114446" cy="997085"/>
          </a:xfrm>
          <a:custGeom>
            <a:avLst/>
            <a:gdLst/>
            <a:ahLst/>
            <a:cxnLst/>
            <a:rect l="l" t="t" r="r" b="b"/>
            <a:pathLst>
              <a:path w="49839" h="23502" extrusionOk="0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10"/>
          <p:cNvSpPr/>
          <p:nvPr/>
        </p:nvSpPr>
        <p:spPr>
          <a:xfrm flipH="1">
            <a:off x="5699552" y="4784363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10"/>
          <p:cNvSpPr/>
          <p:nvPr/>
        </p:nvSpPr>
        <p:spPr>
          <a:xfrm flipH="1">
            <a:off x="8043764" y="3943175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0"/>
          <p:cNvSpPr/>
          <p:nvPr/>
        </p:nvSpPr>
        <p:spPr>
          <a:xfrm flipH="1">
            <a:off x="8476477" y="3427163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0"/>
          <p:cNvSpPr/>
          <p:nvPr/>
        </p:nvSpPr>
        <p:spPr>
          <a:xfrm flipH="1">
            <a:off x="7442277" y="3557038"/>
            <a:ext cx="98400" cy="98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3"/>
          <p:cNvSpPr txBox="1">
            <a:spLocks noGrp="1"/>
          </p:cNvSpPr>
          <p:nvPr>
            <p:ph type="title"/>
          </p:nvPr>
        </p:nvSpPr>
        <p:spPr>
          <a:xfrm>
            <a:off x="2727000" y="363275"/>
            <a:ext cx="3690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68" name="Google Shape;168;p13"/>
          <p:cNvSpPr txBox="1">
            <a:spLocks noGrp="1"/>
          </p:cNvSpPr>
          <p:nvPr>
            <p:ph type="subTitle" idx="1"/>
          </p:nvPr>
        </p:nvSpPr>
        <p:spPr>
          <a:xfrm>
            <a:off x="4379650" y="1868975"/>
            <a:ext cx="3830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169" name="Google Shape;169;p13"/>
          <p:cNvSpPr txBox="1">
            <a:spLocks noGrp="1"/>
          </p:cNvSpPr>
          <p:nvPr>
            <p:ph type="subTitle" idx="2"/>
          </p:nvPr>
        </p:nvSpPr>
        <p:spPr>
          <a:xfrm>
            <a:off x="5051588" y="2188088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13"/>
          <p:cNvSpPr txBox="1">
            <a:spLocks noGrp="1"/>
          </p:cNvSpPr>
          <p:nvPr>
            <p:ph type="subTitle" idx="3"/>
          </p:nvPr>
        </p:nvSpPr>
        <p:spPr>
          <a:xfrm>
            <a:off x="934238" y="1868975"/>
            <a:ext cx="36900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171" name="Google Shape;171;p13"/>
          <p:cNvSpPr txBox="1">
            <a:spLocks noGrp="1"/>
          </p:cNvSpPr>
          <p:nvPr>
            <p:ph type="subTitle" idx="4"/>
          </p:nvPr>
        </p:nvSpPr>
        <p:spPr>
          <a:xfrm>
            <a:off x="1536188" y="2188088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13"/>
          <p:cNvSpPr txBox="1">
            <a:spLocks noGrp="1"/>
          </p:cNvSpPr>
          <p:nvPr>
            <p:ph type="subTitle" idx="5"/>
          </p:nvPr>
        </p:nvSpPr>
        <p:spPr>
          <a:xfrm>
            <a:off x="4379600" y="3770850"/>
            <a:ext cx="3830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173" name="Google Shape;173;p13"/>
          <p:cNvSpPr txBox="1">
            <a:spLocks noGrp="1"/>
          </p:cNvSpPr>
          <p:nvPr>
            <p:ph type="subTitle" idx="6"/>
          </p:nvPr>
        </p:nvSpPr>
        <p:spPr>
          <a:xfrm>
            <a:off x="5051588" y="4089975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13"/>
          <p:cNvSpPr txBox="1">
            <a:spLocks noGrp="1"/>
          </p:cNvSpPr>
          <p:nvPr>
            <p:ph type="subTitle" idx="7"/>
          </p:nvPr>
        </p:nvSpPr>
        <p:spPr>
          <a:xfrm>
            <a:off x="934238" y="3770850"/>
            <a:ext cx="36900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175" name="Google Shape;175;p13"/>
          <p:cNvSpPr txBox="1">
            <a:spLocks noGrp="1"/>
          </p:cNvSpPr>
          <p:nvPr>
            <p:ph type="subTitle" idx="8"/>
          </p:nvPr>
        </p:nvSpPr>
        <p:spPr>
          <a:xfrm>
            <a:off x="1536188" y="4089975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13"/>
          <p:cNvSpPr txBox="1">
            <a:spLocks noGrp="1"/>
          </p:cNvSpPr>
          <p:nvPr>
            <p:ph type="title" idx="9" hasCustomPrompt="1"/>
          </p:nvPr>
        </p:nvSpPr>
        <p:spPr>
          <a:xfrm>
            <a:off x="2259638" y="1171113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77" name="Google Shape;177;p13"/>
          <p:cNvSpPr txBox="1">
            <a:spLocks noGrp="1"/>
          </p:cNvSpPr>
          <p:nvPr>
            <p:ph type="title" idx="13" hasCustomPrompt="1"/>
          </p:nvPr>
        </p:nvSpPr>
        <p:spPr>
          <a:xfrm>
            <a:off x="5775063" y="1171113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78" name="Google Shape;178;p13"/>
          <p:cNvSpPr txBox="1">
            <a:spLocks noGrp="1"/>
          </p:cNvSpPr>
          <p:nvPr>
            <p:ph type="title" idx="14" hasCustomPrompt="1"/>
          </p:nvPr>
        </p:nvSpPr>
        <p:spPr>
          <a:xfrm>
            <a:off x="2259638" y="3071125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79" name="Google Shape;179;p13"/>
          <p:cNvSpPr txBox="1">
            <a:spLocks noGrp="1"/>
          </p:cNvSpPr>
          <p:nvPr>
            <p:ph type="title" idx="15" hasCustomPrompt="1"/>
          </p:nvPr>
        </p:nvSpPr>
        <p:spPr>
          <a:xfrm>
            <a:off x="5775063" y="3071125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80" name="Google Shape;180;p13"/>
          <p:cNvSpPr/>
          <p:nvPr/>
        </p:nvSpPr>
        <p:spPr>
          <a:xfrm rot="-5267561">
            <a:off x="-2166865" y="2462282"/>
            <a:ext cx="4818716" cy="780968"/>
          </a:xfrm>
          <a:custGeom>
            <a:avLst/>
            <a:gdLst/>
            <a:ahLst/>
            <a:cxnLst/>
            <a:rect l="l" t="t" r="r" b="b"/>
            <a:pathLst>
              <a:path w="79484" h="14785" extrusionOk="0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13"/>
          <p:cNvSpPr/>
          <p:nvPr/>
        </p:nvSpPr>
        <p:spPr>
          <a:xfrm rot="-5400000">
            <a:off x="-954332" y="1253578"/>
            <a:ext cx="2393629" cy="966464"/>
          </a:xfrm>
          <a:custGeom>
            <a:avLst/>
            <a:gdLst/>
            <a:ahLst/>
            <a:cxnLst/>
            <a:rect l="l" t="t" r="r" b="b"/>
            <a:pathLst>
              <a:path w="72716" h="43165" extrusionOk="0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3"/>
          <p:cNvSpPr/>
          <p:nvPr/>
        </p:nvSpPr>
        <p:spPr>
          <a:xfrm rot="5400000">
            <a:off x="-672825" y="419298"/>
            <a:ext cx="2096898" cy="989152"/>
          </a:xfrm>
          <a:custGeom>
            <a:avLst/>
            <a:gdLst/>
            <a:ahLst/>
            <a:cxnLst/>
            <a:rect l="l" t="t" r="r" b="b"/>
            <a:pathLst>
              <a:path w="143993" h="61524" extrusionOk="0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13"/>
          <p:cNvSpPr/>
          <p:nvPr/>
        </p:nvSpPr>
        <p:spPr>
          <a:xfrm rot="5400000">
            <a:off x="121363" y="3132963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13"/>
          <p:cNvSpPr/>
          <p:nvPr/>
        </p:nvSpPr>
        <p:spPr>
          <a:xfrm rot="5400000">
            <a:off x="993813" y="264713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13"/>
          <p:cNvSpPr/>
          <p:nvPr/>
        </p:nvSpPr>
        <p:spPr>
          <a:xfrm rot="5400000">
            <a:off x="540138" y="1290438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3"/>
          <p:cNvSpPr/>
          <p:nvPr/>
        </p:nvSpPr>
        <p:spPr>
          <a:xfrm rot="5400000">
            <a:off x="441438" y="2700513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13"/>
          <p:cNvSpPr/>
          <p:nvPr/>
        </p:nvSpPr>
        <p:spPr>
          <a:xfrm rot="5532439">
            <a:off x="6598811" y="1897536"/>
            <a:ext cx="4818716" cy="780968"/>
          </a:xfrm>
          <a:custGeom>
            <a:avLst/>
            <a:gdLst/>
            <a:ahLst/>
            <a:cxnLst/>
            <a:rect l="l" t="t" r="r" b="b"/>
            <a:pathLst>
              <a:path w="79484" h="14785" extrusionOk="0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13"/>
          <p:cNvSpPr/>
          <p:nvPr/>
        </p:nvSpPr>
        <p:spPr>
          <a:xfrm rot="5400000">
            <a:off x="7811366" y="2920743"/>
            <a:ext cx="2393629" cy="966464"/>
          </a:xfrm>
          <a:custGeom>
            <a:avLst/>
            <a:gdLst/>
            <a:ahLst/>
            <a:cxnLst/>
            <a:rect l="l" t="t" r="r" b="b"/>
            <a:pathLst>
              <a:path w="72716" h="43165" extrusionOk="0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3"/>
          <p:cNvSpPr/>
          <p:nvPr/>
        </p:nvSpPr>
        <p:spPr>
          <a:xfrm rot="-5400000">
            <a:off x="7826590" y="3732336"/>
            <a:ext cx="2096898" cy="989152"/>
          </a:xfrm>
          <a:custGeom>
            <a:avLst/>
            <a:gdLst/>
            <a:ahLst/>
            <a:cxnLst/>
            <a:rect l="l" t="t" r="r" b="b"/>
            <a:pathLst>
              <a:path w="143993" h="61524" extrusionOk="0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13"/>
          <p:cNvSpPr/>
          <p:nvPr/>
        </p:nvSpPr>
        <p:spPr>
          <a:xfrm rot="-5400000">
            <a:off x="8965800" y="1844324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13"/>
          <p:cNvSpPr/>
          <p:nvPr/>
        </p:nvSpPr>
        <p:spPr>
          <a:xfrm rot="-5400000">
            <a:off x="8612125" y="3751649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3"/>
          <p:cNvSpPr/>
          <p:nvPr/>
        </p:nvSpPr>
        <p:spPr>
          <a:xfrm rot="-5400000">
            <a:off x="8710825" y="2341574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13"/>
          <p:cNvSpPr/>
          <p:nvPr/>
        </p:nvSpPr>
        <p:spPr>
          <a:xfrm rot="-5400000">
            <a:off x="8158450" y="4777374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2"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5"/>
          <p:cNvSpPr txBox="1">
            <a:spLocks noGrp="1"/>
          </p:cNvSpPr>
          <p:nvPr>
            <p:ph type="title"/>
          </p:nvPr>
        </p:nvSpPr>
        <p:spPr>
          <a:xfrm>
            <a:off x="3373350" y="2938325"/>
            <a:ext cx="4044000" cy="49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100"/>
              <a:buNone/>
              <a:defRPr sz="3000"/>
            </a:lvl1pPr>
            <a:lvl2pPr lvl="1" rtl="0">
              <a:spcBef>
                <a:spcPts val="160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26" name="Google Shape;226;p15"/>
          <p:cNvSpPr txBox="1">
            <a:spLocks noGrp="1"/>
          </p:cNvSpPr>
          <p:nvPr>
            <p:ph type="subTitle" idx="1"/>
          </p:nvPr>
        </p:nvSpPr>
        <p:spPr>
          <a:xfrm>
            <a:off x="1726650" y="1707450"/>
            <a:ext cx="5690700" cy="98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20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7" name="Google Shape;227;p15"/>
          <p:cNvSpPr/>
          <p:nvPr/>
        </p:nvSpPr>
        <p:spPr>
          <a:xfrm>
            <a:off x="2301825" y="-81050"/>
            <a:ext cx="5472801" cy="1242133"/>
          </a:xfrm>
          <a:custGeom>
            <a:avLst/>
            <a:gdLst/>
            <a:ahLst/>
            <a:cxnLst/>
            <a:rect l="l" t="t" r="r" b="b"/>
            <a:pathLst>
              <a:path w="113987" h="48554" extrusionOk="0">
                <a:moveTo>
                  <a:pt x="1" y="1"/>
                </a:moveTo>
                <a:cubicBezTo>
                  <a:pt x="1664" y="4622"/>
                  <a:pt x="7395" y="8627"/>
                  <a:pt x="14480" y="9243"/>
                </a:cubicBezTo>
                <a:cubicBezTo>
                  <a:pt x="15269" y="9310"/>
                  <a:pt x="16057" y="9341"/>
                  <a:pt x="16844" y="9341"/>
                </a:cubicBezTo>
                <a:cubicBezTo>
                  <a:pt x="26954" y="9341"/>
                  <a:pt x="36902" y="4191"/>
                  <a:pt x="46543" y="4191"/>
                </a:cubicBezTo>
                <a:cubicBezTo>
                  <a:pt x="48520" y="4191"/>
                  <a:pt x="50484" y="4408"/>
                  <a:pt x="52434" y="4930"/>
                </a:cubicBezTo>
                <a:cubicBezTo>
                  <a:pt x="59335" y="6717"/>
                  <a:pt x="63032" y="11831"/>
                  <a:pt x="63833" y="16760"/>
                </a:cubicBezTo>
                <a:cubicBezTo>
                  <a:pt x="64634" y="21750"/>
                  <a:pt x="63155" y="26680"/>
                  <a:pt x="62970" y="31609"/>
                </a:cubicBezTo>
                <a:cubicBezTo>
                  <a:pt x="62847" y="36538"/>
                  <a:pt x="64264" y="41898"/>
                  <a:pt x="69563" y="45349"/>
                </a:cubicBezTo>
                <a:cubicBezTo>
                  <a:pt x="73005" y="47564"/>
                  <a:pt x="77580" y="48553"/>
                  <a:pt x="82312" y="48553"/>
                </a:cubicBezTo>
                <a:cubicBezTo>
                  <a:pt x="88505" y="48553"/>
                  <a:pt x="94967" y="46857"/>
                  <a:pt x="99507" y="43993"/>
                </a:cubicBezTo>
                <a:cubicBezTo>
                  <a:pt x="107579" y="38941"/>
                  <a:pt x="110906" y="31362"/>
                  <a:pt x="112508" y="24030"/>
                </a:cubicBezTo>
                <a:cubicBezTo>
                  <a:pt x="113987" y="17253"/>
                  <a:pt x="112262" y="3821"/>
                  <a:pt x="10382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15"/>
          <p:cNvSpPr/>
          <p:nvPr/>
        </p:nvSpPr>
        <p:spPr>
          <a:xfrm rot="10800000">
            <a:off x="3105740" y="-321877"/>
            <a:ext cx="2419310" cy="861877"/>
          </a:xfrm>
          <a:custGeom>
            <a:avLst/>
            <a:gdLst/>
            <a:ahLst/>
            <a:cxnLst/>
            <a:rect l="l" t="t" r="r" b="b"/>
            <a:pathLst>
              <a:path w="49839" h="23502" extrusionOk="0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15"/>
          <p:cNvSpPr/>
          <p:nvPr/>
        </p:nvSpPr>
        <p:spPr>
          <a:xfrm rot="-5400000">
            <a:off x="5094113" y="-676765"/>
            <a:ext cx="969192" cy="1790903"/>
          </a:xfrm>
          <a:custGeom>
            <a:avLst/>
            <a:gdLst/>
            <a:ahLst/>
            <a:cxnLst/>
            <a:rect l="l" t="t" r="r" b="b"/>
            <a:pathLst>
              <a:path w="24039" h="44420" extrusionOk="0">
                <a:moveTo>
                  <a:pt x="17715" y="1"/>
                </a:moveTo>
                <a:cubicBezTo>
                  <a:pt x="16371" y="1"/>
                  <a:pt x="14900" y="541"/>
                  <a:pt x="13704" y="2213"/>
                </a:cubicBezTo>
                <a:cubicBezTo>
                  <a:pt x="10848" y="6185"/>
                  <a:pt x="15289" y="12211"/>
                  <a:pt x="13392" y="17300"/>
                </a:cubicBezTo>
                <a:cubicBezTo>
                  <a:pt x="11272" y="22947"/>
                  <a:pt x="1" y="24509"/>
                  <a:pt x="1384" y="34262"/>
                </a:cubicBezTo>
                <a:cubicBezTo>
                  <a:pt x="2268" y="40412"/>
                  <a:pt x="11808" y="44419"/>
                  <a:pt x="18141" y="44419"/>
                </a:cubicBezTo>
                <a:cubicBezTo>
                  <a:pt x="19486" y="44419"/>
                  <a:pt x="20686" y="44239"/>
                  <a:pt x="21628" y="43860"/>
                </a:cubicBezTo>
                <a:cubicBezTo>
                  <a:pt x="21918" y="43748"/>
                  <a:pt x="23413" y="36851"/>
                  <a:pt x="23480" y="36048"/>
                </a:cubicBezTo>
                <a:cubicBezTo>
                  <a:pt x="24038" y="28549"/>
                  <a:pt x="24016" y="20983"/>
                  <a:pt x="23369" y="13484"/>
                </a:cubicBezTo>
                <a:cubicBezTo>
                  <a:pt x="23056" y="9890"/>
                  <a:pt x="22699" y="6252"/>
                  <a:pt x="22186" y="2681"/>
                </a:cubicBezTo>
                <a:cubicBezTo>
                  <a:pt x="22052" y="1766"/>
                  <a:pt x="22141" y="2168"/>
                  <a:pt x="21315" y="1320"/>
                </a:cubicBezTo>
                <a:cubicBezTo>
                  <a:pt x="20767" y="784"/>
                  <a:pt x="19333" y="1"/>
                  <a:pt x="1771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5"/>
          <p:cNvSpPr/>
          <p:nvPr/>
        </p:nvSpPr>
        <p:spPr>
          <a:xfrm rot="5400000">
            <a:off x="6553938" y="458250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15"/>
          <p:cNvSpPr/>
          <p:nvPr/>
        </p:nvSpPr>
        <p:spPr>
          <a:xfrm rot="5400000">
            <a:off x="4522788" y="649313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15"/>
          <p:cNvSpPr/>
          <p:nvPr/>
        </p:nvSpPr>
        <p:spPr>
          <a:xfrm rot="5400000">
            <a:off x="8054788" y="93838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15"/>
          <p:cNvSpPr/>
          <p:nvPr/>
        </p:nvSpPr>
        <p:spPr>
          <a:xfrm rot="5400000">
            <a:off x="2853363" y="301738"/>
            <a:ext cx="163500" cy="163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5"/>
          <p:cNvSpPr/>
          <p:nvPr/>
        </p:nvSpPr>
        <p:spPr>
          <a:xfrm rot="5400000">
            <a:off x="2401288" y="539838"/>
            <a:ext cx="98400" cy="98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5"/>
          <p:cNvSpPr/>
          <p:nvPr/>
        </p:nvSpPr>
        <p:spPr>
          <a:xfrm rot="10800000">
            <a:off x="1820973" y="3982367"/>
            <a:ext cx="5577954" cy="1242133"/>
          </a:xfrm>
          <a:custGeom>
            <a:avLst/>
            <a:gdLst/>
            <a:ahLst/>
            <a:cxnLst/>
            <a:rect l="l" t="t" r="r" b="b"/>
            <a:pathLst>
              <a:path w="113987" h="48554" extrusionOk="0">
                <a:moveTo>
                  <a:pt x="1" y="1"/>
                </a:moveTo>
                <a:cubicBezTo>
                  <a:pt x="1664" y="4622"/>
                  <a:pt x="7395" y="8627"/>
                  <a:pt x="14480" y="9243"/>
                </a:cubicBezTo>
                <a:cubicBezTo>
                  <a:pt x="15269" y="9310"/>
                  <a:pt x="16057" y="9341"/>
                  <a:pt x="16844" y="9341"/>
                </a:cubicBezTo>
                <a:cubicBezTo>
                  <a:pt x="26954" y="9341"/>
                  <a:pt x="36902" y="4191"/>
                  <a:pt x="46543" y="4191"/>
                </a:cubicBezTo>
                <a:cubicBezTo>
                  <a:pt x="48520" y="4191"/>
                  <a:pt x="50484" y="4408"/>
                  <a:pt x="52434" y="4930"/>
                </a:cubicBezTo>
                <a:cubicBezTo>
                  <a:pt x="59335" y="6717"/>
                  <a:pt x="63032" y="11831"/>
                  <a:pt x="63833" y="16760"/>
                </a:cubicBezTo>
                <a:cubicBezTo>
                  <a:pt x="64634" y="21750"/>
                  <a:pt x="63155" y="26680"/>
                  <a:pt x="62970" y="31609"/>
                </a:cubicBezTo>
                <a:cubicBezTo>
                  <a:pt x="62847" y="36538"/>
                  <a:pt x="64264" y="41898"/>
                  <a:pt x="69563" y="45349"/>
                </a:cubicBezTo>
                <a:cubicBezTo>
                  <a:pt x="73005" y="47564"/>
                  <a:pt x="77580" y="48553"/>
                  <a:pt x="82312" y="48553"/>
                </a:cubicBezTo>
                <a:cubicBezTo>
                  <a:pt x="88505" y="48553"/>
                  <a:pt x="94967" y="46857"/>
                  <a:pt x="99507" y="43993"/>
                </a:cubicBezTo>
                <a:cubicBezTo>
                  <a:pt x="107579" y="38941"/>
                  <a:pt x="110906" y="31362"/>
                  <a:pt x="112508" y="24030"/>
                </a:cubicBezTo>
                <a:cubicBezTo>
                  <a:pt x="113987" y="17253"/>
                  <a:pt x="112262" y="3821"/>
                  <a:pt x="10382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5"/>
          <p:cNvSpPr/>
          <p:nvPr/>
        </p:nvSpPr>
        <p:spPr>
          <a:xfrm>
            <a:off x="4175688" y="4603443"/>
            <a:ext cx="2419310" cy="861877"/>
          </a:xfrm>
          <a:custGeom>
            <a:avLst/>
            <a:gdLst/>
            <a:ahLst/>
            <a:cxnLst/>
            <a:rect l="l" t="t" r="r" b="b"/>
            <a:pathLst>
              <a:path w="49839" h="23502" extrusionOk="0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5"/>
          <p:cNvSpPr/>
          <p:nvPr/>
        </p:nvSpPr>
        <p:spPr>
          <a:xfrm rot="5400000">
            <a:off x="3798057" y="3940705"/>
            <a:ext cx="969192" cy="1790903"/>
          </a:xfrm>
          <a:custGeom>
            <a:avLst/>
            <a:gdLst/>
            <a:ahLst/>
            <a:cxnLst/>
            <a:rect l="l" t="t" r="r" b="b"/>
            <a:pathLst>
              <a:path w="24039" h="44420" extrusionOk="0">
                <a:moveTo>
                  <a:pt x="17715" y="1"/>
                </a:moveTo>
                <a:cubicBezTo>
                  <a:pt x="16371" y="1"/>
                  <a:pt x="14900" y="541"/>
                  <a:pt x="13704" y="2213"/>
                </a:cubicBezTo>
                <a:cubicBezTo>
                  <a:pt x="10848" y="6185"/>
                  <a:pt x="15289" y="12211"/>
                  <a:pt x="13392" y="17300"/>
                </a:cubicBezTo>
                <a:cubicBezTo>
                  <a:pt x="11272" y="22947"/>
                  <a:pt x="1" y="24509"/>
                  <a:pt x="1384" y="34262"/>
                </a:cubicBezTo>
                <a:cubicBezTo>
                  <a:pt x="2268" y="40412"/>
                  <a:pt x="11808" y="44419"/>
                  <a:pt x="18141" y="44419"/>
                </a:cubicBezTo>
                <a:cubicBezTo>
                  <a:pt x="19486" y="44419"/>
                  <a:pt x="20686" y="44239"/>
                  <a:pt x="21628" y="43860"/>
                </a:cubicBezTo>
                <a:cubicBezTo>
                  <a:pt x="21918" y="43748"/>
                  <a:pt x="23413" y="36851"/>
                  <a:pt x="23480" y="36048"/>
                </a:cubicBezTo>
                <a:cubicBezTo>
                  <a:pt x="24038" y="28549"/>
                  <a:pt x="24016" y="20983"/>
                  <a:pt x="23369" y="13484"/>
                </a:cubicBezTo>
                <a:cubicBezTo>
                  <a:pt x="23056" y="9890"/>
                  <a:pt x="22699" y="6252"/>
                  <a:pt x="22186" y="2681"/>
                </a:cubicBezTo>
                <a:cubicBezTo>
                  <a:pt x="22052" y="1766"/>
                  <a:pt x="22141" y="2168"/>
                  <a:pt x="21315" y="1320"/>
                </a:cubicBezTo>
                <a:cubicBezTo>
                  <a:pt x="20767" y="784"/>
                  <a:pt x="19333" y="1"/>
                  <a:pt x="1771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15"/>
          <p:cNvSpPr/>
          <p:nvPr/>
        </p:nvSpPr>
        <p:spPr>
          <a:xfrm rot="-5400000">
            <a:off x="2853375" y="4363031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15"/>
          <p:cNvSpPr/>
          <p:nvPr/>
        </p:nvSpPr>
        <p:spPr>
          <a:xfrm rot="-5400000">
            <a:off x="5079550" y="4395431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5"/>
          <p:cNvSpPr/>
          <p:nvPr/>
        </p:nvSpPr>
        <p:spPr>
          <a:xfrm rot="-5400000">
            <a:off x="1555000" y="4841556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15"/>
          <p:cNvSpPr/>
          <p:nvPr/>
        </p:nvSpPr>
        <p:spPr>
          <a:xfrm rot="-5400000">
            <a:off x="6683875" y="4678206"/>
            <a:ext cx="163500" cy="163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15"/>
          <p:cNvSpPr/>
          <p:nvPr/>
        </p:nvSpPr>
        <p:spPr>
          <a:xfrm rot="-5400000">
            <a:off x="7201050" y="4504906"/>
            <a:ext cx="98400" cy="98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1">
  <p:cSld name="CUSTOM_46"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6"/>
          <p:cNvSpPr/>
          <p:nvPr/>
        </p:nvSpPr>
        <p:spPr>
          <a:xfrm rot="10800000" flipH="1">
            <a:off x="-34948" y="4374909"/>
            <a:ext cx="2505013" cy="768740"/>
          </a:xfrm>
          <a:custGeom>
            <a:avLst/>
            <a:gdLst/>
            <a:ahLst/>
            <a:cxnLst/>
            <a:rect l="l" t="t" r="r" b="b"/>
            <a:pathLst>
              <a:path w="299106" h="92815" extrusionOk="0">
                <a:moveTo>
                  <a:pt x="296744" y="0"/>
                </a:moveTo>
                <a:cubicBezTo>
                  <a:pt x="296744" y="0"/>
                  <a:pt x="299105" y="58876"/>
                  <a:pt x="213742" y="35045"/>
                </a:cubicBezTo>
                <a:cubicBezTo>
                  <a:pt x="149627" y="17191"/>
                  <a:pt x="133321" y="92815"/>
                  <a:pt x="82635" y="92815"/>
                </a:cubicBezTo>
                <a:cubicBezTo>
                  <a:pt x="45376" y="92815"/>
                  <a:pt x="1" y="70755"/>
                  <a:pt x="13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6"/>
          <p:cNvSpPr/>
          <p:nvPr/>
        </p:nvSpPr>
        <p:spPr>
          <a:xfrm flipH="1">
            <a:off x="6142736" y="0"/>
            <a:ext cx="2594745" cy="684511"/>
          </a:xfrm>
          <a:custGeom>
            <a:avLst/>
            <a:gdLst/>
            <a:ahLst/>
            <a:cxnLst/>
            <a:rect l="l" t="t" r="r" b="b"/>
            <a:pathLst>
              <a:path w="299106" h="92815" extrusionOk="0">
                <a:moveTo>
                  <a:pt x="296744" y="0"/>
                </a:moveTo>
                <a:cubicBezTo>
                  <a:pt x="296744" y="0"/>
                  <a:pt x="299105" y="58876"/>
                  <a:pt x="213742" y="35045"/>
                </a:cubicBezTo>
                <a:cubicBezTo>
                  <a:pt x="149627" y="17191"/>
                  <a:pt x="133321" y="92815"/>
                  <a:pt x="82635" y="92815"/>
                </a:cubicBezTo>
                <a:cubicBezTo>
                  <a:pt x="45376" y="92815"/>
                  <a:pt x="1" y="70755"/>
                  <a:pt x="13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6"/>
          <p:cNvSpPr/>
          <p:nvPr/>
        </p:nvSpPr>
        <p:spPr>
          <a:xfrm>
            <a:off x="6632383" y="0"/>
            <a:ext cx="3779755" cy="936000"/>
          </a:xfrm>
          <a:custGeom>
            <a:avLst/>
            <a:gdLst/>
            <a:ahLst/>
            <a:cxnLst/>
            <a:rect l="l" t="t" r="r" b="b"/>
            <a:pathLst>
              <a:path w="295582" h="107710" extrusionOk="0">
                <a:moveTo>
                  <a:pt x="3890" y="648"/>
                </a:moveTo>
                <a:cubicBezTo>
                  <a:pt x="3890" y="648"/>
                  <a:pt x="1" y="60607"/>
                  <a:pt x="64065" y="49263"/>
                </a:cubicBezTo>
                <a:cubicBezTo>
                  <a:pt x="132883" y="37164"/>
                  <a:pt x="123484" y="107710"/>
                  <a:pt x="183551" y="107710"/>
                </a:cubicBezTo>
                <a:cubicBezTo>
                  <a:pt x="232814" y="107710"/>
                  <a:pt x="209155" y="40513"/>
                  <a:pt x="252368" y="34787"/>
                </a:cubicBezTo>
                <a:cubicBezTo>
                  <a:pt x="295582" y="29061"/>
                  <a:pt x="285751" y="0"/>
                  <a:pt x="28575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6"/>
          <p:cNvSpPr/>
          <p:nvPr/>
        </p:nvSpPr>
        <p:spPr>
          <a:xfrm flipH="1">
            <a:off x="-5" y="4269850"/>
            <a:ext cx="2018280" cy="873809"/>
          </a:xfrm>
          <a:custGeom>
            <a:avLst/>
            <a:gdLst/>
            <a:ahLst/>
            <a:cxnLst/>
            <a:rect l="l" t="t" r="r" b="b"/>
            <a:pathLst>
              <a:path w="285673" h="154588" extrusionOk="0">
                <a:moveTo>
                  <a:pt x="2715" y="154588"/>
                </a:moveTo>
                <a:cubicBezTo>
                  <a:pt x="2715" y="154588"/>
                  <a:pt x="0" y="113633"/>
                  <a:pt x="45298" y="113633"/>
                </a:cubicBezTo>
                <a:cubicBezTo>
                  <a:pt x="90596" y="113633"/>
                  <a:pt x="125888" y="112160"/>
                  <a:pt x="135972" y="50651"/>
                </a:cubicBezTo>
                <a:cubicBezTo>
                  <a:pt x="144194" y="621"/>
                  <a:pt x="221914" y="1"/>
                  <a:pt x="238978" y="40955"/>
                </a:cubicBezTo>
                <a:cubicBezTo>
                  <a:pt x="255965" y="81987"/>
                  <a:pt x="285673" y="81987"/>
                  <a:pt x="285673" y="81987"/>
                </a:cubicBezTo>
                <a:lnTo>
                  <a:pt x="285673" y="15458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6"/>
          <p:cNvSpPr/>
          <p:nvPr/>
        </p:nvSpPr>
        <p:spPr>
          <a:xfrm>
            <a:off x="-1" y="4269786"/>
            <a:ext cx="1717924" cy="873594"/>
          </a:xfrm>
          <a:custGeom>
            <a:avLst/>
            <a:gdLst/>
            <a:ahLst/>
            <a:cxnLst/>
            <a:rect l="l" t="t" r="r" b="b"/>
            <a:pathLst>
              <a:path w="305002" h="196093" extrusionOk="0">
                <a:moveTo>
                  <a:pt x="0" y="27686"/>
                </a:moveTo>
                <a:cubicBezTo>
                  <a:pt x="0" y="27686"/>
                  <a:pt x="68206" y="0"/>
                  <a:pt x="88558" y="59039"/>
                </a:cubicBezTo>
                <a:cubicBezTo>
                  <a:pt x="108910" y="118077"/>
                  <a:pt x="211769" y="29244"/>
                  <a:pt x="211769" y="120186"/>
                </a:cubicBezTo>
                <a:cubicBezTo>
                  <a:pt x="211769" y="172257"/>
                  <a:pt x="305002" y="135404"/>
                  <a:pt x="280800" y="196092"/>
                </a:cubicBezTo>
                <a:lnTo>
                  <a:pt x="0" y="196092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16"/>
          <p:cNvSpPr/>
          <p:nvPr/>
        </p:nvSpPr>
        <p:spPr>
          <a:xfrm flipH="1">
            <a:off x="6962402" y="0"/>
            <a:ext cx="2594826" cy="822238"/>
          </a:xfrm>
          <a:custGeom>
            <a:avLst/>
            <a:gdLst/>
            <a:ahLst/>
            <a:cxnLst/>
            <a:rect l="l" t="t" r="r" b="b"/>
            <a:pathLst>
              <a:path w="294198" h="130204" extrusionOk="0">
                <a:moveTo>
                  <a:pt x="283570" y="0"/>
                </a:moveTo>
                <a:cubicBezTo>
                  <a:pt x="283570" y="0"/>
                  <a:pt x="294198" y="57826"/>
                  <a:pt x="203889" y="45181"/>
                </a:cubicBezTo>
                <a:cubicBezTo>
                  <a:pt x="141812" y="36461"/>
                  <a:pt x="157999" y="89109"/>
                  <a:pt x="113581" y="109929"/>
                </a:cubicBezTo>
                <a:cubicBezTo>
                  <a:pt x="70252" y="130203"/>
                  <a:pt x="37442" y="67963"/>
                  <a:pt x="0" y="114071"/>
                </a:cubicBezTo>
                <a:lnTo>
                  <a:pt x="0" y="436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6"/>
          <p:cNvSpPr/>
          <p:nvPr/>
        </p:nvSpPr>
        <p:spPr>
          <a:xfrm rot="9281215" flipH="1">
            <a:off x="6963797" y="4203731"/>
            <a:ext cx="2228124" cy="918929"/>
          </a:xfrm>
          <a:custGeom>
            <a:avLst/>
            <a:gdLst/>
            <a:ahLst/>
            <a:cxnLst/>
            <a:rect l="l" t="t" r="r" b="b"/>
            <a:pathLst>
              <a:path w="246008" h="61867" extrusionOk="0">
                <a:moveTo>
                  <a:pt x="1" y="0"/>
                </a:moveTo>
                <a:cubicBezTo>
                  <a:pt x="1" y="0"/>
                  <a:pt x="3900" y="44992"/>
                  <a:pt x="39194" y="57840"/>
                </a:cubicBezTo>
                <a:cubicBezTo>
                  <a:pt x="46974" y="60669"/>
                  <a:pt x="53930" y="61867"/>
                  <a:pt x="60240" y="61867"/>
                </a:cubicBezTo>
                <a:cubicBezTo>
                  <a:pt x="95172" y="61867"/>
                  <a:pt x="110319" y="25159"/>
                  <a:pt x="135837" y="25159"/>
                </a:cubicBezTo>
                <a:cubicBezTo>
                  <a:pt x="138295" y="25159"/>
                  <a:pt x="140849" y="25499"/>
                  <a:pt x="143526" y="26246"/>
                </a:cubicBezTo>
                <a:cubicBezTo>
                  <a:pt x="159260" y="30639"/>
                  <a:pt x="172714" y="32419"/>
                  <a:pt x="184185" y="32419"/>
                </a:cubicBezTo>
                <a:cubicBezTo>
                  <a:pt x="233145" y="32419"/>
                  <a:pt x="246008" y="0"/>
                  <a:pt x="24600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6"/>
          <p:cNvSpPr/>
          <p:nvPr/>
        </p:nvSpPr>
        <p:spPr>
          <a:xfrm rot="9280772" flipH="1">
            <a:off x="6019538" y="4396562"/>
            <a:ext cx="3782980" cy="1428824"/>
          </a:xfrm>
          <a:custGeom>
            <a:avLst/>
            <a:gdLst/>
            <a:ahLst/>
            <a:cxnLst/>
            <a:rect l="l" t="t" r="r" b="b"/>
            <a:pathLst>
              <a:path w="264364" h="61984" extrusionOk="0">
                <a:moveTo>
                  <a:pt x="0" y="0"/>
                </a:moveTo>
                <a:lnTo>
                  <a:pt x="0" y="60406"/>
                </a:lnTo>
                <a:cubicBezTo>
                  <a:pt x="2845" y="61497"/>
                  <a:pt x="5907" y="61983"/>
                  <a:pt x="9094" y="61983"/>
                </a:cubicBezTo>
                <a:cubicBezTo>
                  <a:pt x="26664" y="61983"/>
                  <a:pt x="48053" y="47209"/>
                  <a:pt x="57950" y="37427"/>
                </a:cubicBezTo>
                <a:cubicBezTo>
                  <a:pt x="64434" y="31013"/>
                  <a:pt x="70724" y="28611"/>
                  <a:pt x="76592" y="28611"/>
                </a:cubicBezTo>
                <a:cubicBezTo>
                  <a:pt x="86364" y="28611"/>
                  <a:pt x="94966" y="35275"/>
                  <a:pt x="101344" y="41180"/>
                </a:cubicBezTo>
                <a:cubicBezTo>
                  <a:pt x="109706" y="48911"/>
                  <a:pt x="119411" y="51657"/>
                  <a:pt x="128732" y="51657"/>
                </a:cubicBezTo>
                <a:cubicBezTo>
                  <a:pt x="140963" y="51657"/>
                  <a:pt x="152533" y="46928"/>
                  <a:pt x="159536" y="42530"/>
                </a:cubicBezTo>
                <a:cubicBezTo>
                  <a:pt x="163971" y="39737"/>
                  <a:pt x="167611" y="38614"/>
                  <a:pt x="170732" y="38614"/>
                </a:cubicBezTo>
                <a:cubicBezTo>
                  <a:pt x="183490" y="38614"/>
                  <a:pt x="187572" y="57371"/>
                  <a:pt x="201829" y="57371"/>
                </a:cubicBezTo>
                <a:cubicBezTo>
                  <a:pt x="204682" y="57371"/>
                  <a:pt x="207942" y="56619"/>
                  <a:pt x="211761" y="54817"/>
                </a:cubicBezTo>
                <a:cubicBezTo>
                  <a:pt x="216023" y="52806"/>
                  <a:pt x="220035" y="52096"/>
                  <a:pt x="223864" y="52096"/>
                </a:cubicBezTo>
                <a:cubicBezTo>
                  <a:pt x="233065" y="52096"/>
                  <a:pt x="241204" y="56197"/>
                  <a:pt x="249202" y="56197"/>
                </a:cubicBezTo>
                <a:cubicBezTo>
                  <a:pt x="254235" y="56197"/>
                  <a:pt x="259212" y="54573"/>
                  <a:pt x="264364" y="49281"/>
                </a:cubicBezTo>
                <a:lnTo>
                  <a:pt x="26436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6"/>
          <p:cNvSpPr/>
          <p:nvPr/>
        </p:nvSpPr>
        <p:spPr>
          <a:xfrm rot="9281383">
            <a:off x="6014037" y="3898835"/>
            <a:ext cx="4264746" cy="1843807"/>
          </a:xfrm>
          <a:custGeom>
            <a:avLst/>
            <a:gdLst/>
            <a:ahLst/>
            <a:cxnLst/>
            <a:rect l="l" t="t" r="r" b="b"/>
            <a:pathLst>
              <a:path w="264337" h="53519" extrusionOk="0">
                <a:moveTo>
                  <a:pt x="0" y="0"/>
                </a:moveTo>
                <a:lnTo>
                  <a:pt x="0" y="15527"/>
                </a:lnTo>
                <a:cubicBezTo>
                  <a:pt x="1926" y="15152"/>
                  <a:pt x="3735" y="14976"/>
                  <a:pt x="5438" y="14976"/>
                </a:cubicBezTo>
                <a:cubicBezTo>
                  <a:pt x="30663" y="14976"/>
                  <a:pt x="32875" y="53519"/>
                  <a:pt x="53900" y="53519"/>
                </a:cubicBezTo>
                <a:cubicBezTo>
                  <a:pt x="54445" y="53519"/>
                  <a:pt x="55002" y="53493"/>
                  <a:pt x="55573" y="53440"/>
                </a:cubicBezTo>
                <a:cubicBezTo>
                  <a:pt x="76094" y="51555"/>
                  <a:pt x="75382" y="25592"/>
                  <a:pt x="95618" y="25592"/>
                </a:cubicBezTo>
                <a:cubicBezTo>
                  <a:pt x="98284" y="25592"/>
                  <a:pt x="101312" y="26042"/>
                  <a:pt x="104800" y="27057"/>
                </a:cubicBezTo>
                <a:cubicBezTo>
                  <a:pt x="116474" y="30462"/>
                  <a:pt x="126065" y="31818"/>
                  <a:pt x="134168" y="31818"/>
                </a:cubicBezTo>
                <a:cubicBezTo>
                  <a:pt x="165913" y="31818"/>
                  <a:pt x="174833" y="11001"/>
                  <a:pt x="196809" y="11001"/>
                </a:cubicBezTo>
                <a:cubicBezTo>
                  <a:pt x="197872" y="11001"/>
                  <a:pt x="198967" y="11050"/>
                  <a:pt x="200095" y="11152"/>
                </a:cubicBezTo>
                <a:cubicBezTo>
                  <a:pt x="229610" y="13799"/>
                  <a:pt x="221509" y="30730"/>
                  <a:pt x="264337" y="35806"/>
                </a:cubicBezTo>
                <a:lnTo>
                  <a:pt x="26433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16"/>
          <p:cNvSpPr/>
          <p:nvPr/>
        </p:nvSpPr>
        <p:spPr>
          <a:xfrm rot="10800000" flipH="1">
            <a:off x="-874529" y="63632"/>
            <a:ext cx="2443246" cy="939991"/>
          </a:xfrm>
          <a:custGeom>
            <a:avLst/>
            <a:gdLst/>
            <a:ahLst/>
            <a:cxnLst/>
            <a:rect l="l" t="t" r="r" b="b"/>
            <a:pathLst>
              <a:path w="283357" h="76391" extrusionOk="0">
                <a:moveTo>
                  <a:pt x="0" y="76391"/>
                </a:moveTo>
                <a:cubicBezTo>
                  <a:pt x="0" y="76391"/>
                  <a:pt x="7446" y="11303"/>
                  <a:pt x="69809" y="27459"/>
                </a:cubicBezTo>
                <a:cubicBezTo>
                  <a:pt x="163419" y="51659"/>
                  <a:pt x="141479" y="1"/>
                  <a:pt x="215011" y="3524"/>
                </a:cubicBezTo>
                <a:cubicBezTo>
                  <a:pt x="283357" y="6716"/>
                  <a:pt x="283024" y="76391"/>
                  <a:pt x="283024" y="7639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6"/>
          <p:cNvSpPr/>
          <p:nvPr/>
        </p:nvSpPr>
        <p:spPr>
          <a:xfrm rot="9367883">
            <a:off x="-1140979" y="-338044"/>
            <a:ext cx="3153951" cy="1121150"/>
          </a:xfrm>
          <a:custGeom>
            <a:avLst/>
            <a:gdLst/>
            <a:ahLst/>
            <a:cxnLst/>
            <a:rect l="l" t="t" r="r" b="b"/>
            <a:pathLst>
              <a:path w="264364" h="43920" extrusionOk="0">
                <a:moveTo>
                  <a:pt x="219423" y="1"/>
                </a:moveTo>
                <a:cubicBezTo>
                  <a:pt x="218735" y="1"/>
                  <a:pt x="218026" y="14"/>
                  <a:pt x="217297" y="39"/>
                </a:cubicBezTo>
                <a:cubicBezTo>
                  <a:pt x="193855" y="856"/>
                  <a:pt x="190998" y="14255"/>
                  <a:pt x="172689" y="14255"/>
                </a:cubicBezTo>
                <a:cubicBezTo>
                  <a:pt x="167988" y="14255"/>
                  <a:pt x="162268" y="13372"/>
                  <a:pt x="154919" y="11165"/>
                </a:cubicBezTo>
                <a:cubicBezTo>
                  <a:pt x="146746" y="8716"/>
                  <a:pt x="139552" y="7721"/>
                  <a:pt x="133072" y="7721"/>
                </a:cubicBezTo>
                <a:cubicBezTo>
                  <a:pt x="104893" y="7721"/>
                  <a:pt x="90210" y="26543"/>
                  <a:pt x="67183" y="26543"/>
                </a:cubicBezTo>
                <a:cubicBezTo>
                  <a:pt x="66131" y="26543"/>
                  <a:pt x="65061" y="26504"/>
                  <a:pt x="63971" y="26422"/>
                </a:cubicBezTo>
                <a:cubicBezTo>
                  <a:pt x="34457" y="24207"/>
                  <a:pt x="42828" y="9572"/>
                  <a:pt x="0" y="5305"/>
                </a:cubicBezTo>
                <a:lnTo>
                  <a:pt x="0" y="43920"/>
                </a:lnTo>
                <a:lnTo>
                  <a:pt x="264364" y="43920"/>
                </a:lnTo>
                <a:lnTo>
                  <a:pt x="264364" y="9491"/>
                </a:lnTo>
                <a:cubicBezTo>
                  <a:pt x="261782" y="9924"/>
                  <a:pt x="259493" y="10114"/>
                  <a:pt x="257424" y="10114"/>
                </a:cubicBezTo>
                <a:cubicBezTo>
                  <a:pt x="242345" y="10114"/>
                  <a:pt x="238978" y="1"/>
                  <a:pt x="21942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16"/>
          <p:cNvSpPr/>
          <p:nvPr/>
        </p:nvSpPr>
        <p:spPr>
          <a:xfrm rot="9944222" flipH="1">
            <a:off x="-1677309" y="-294645"/>
            <a:ext cx="3605366" cy="1194753"/>
          </a:xfrm>
          <a:custGeom>
            <a:avLst/>
            <a:gdLst/>
            <a:ahLst/>
            <a:cxnLst/>
            <a:rect l="l" t="t" r="r" b="b"/>
            <a:pathLst>
              <a:path w="264364" h="40820" extrusionOk="0">
                <a:moveTo>
                  <a:pt x="224094" y="1"/>
                </a:moveTo>
                <a:cubicBezTo>
                  <a:pt x="221694" y="1"/>
                  <a:pt x="219079" y="167"/>
                  <a:pt x="216217" y="530"/>
                </a:cubicBezTo>
                <a:cubicBezTo>
                  <a:pt x="190574" y="3768"/>
                  <a:pt x="189388" y="22268"/>
                  <a:pt x="168921" y="22268"/>
                </a:cubicBezTo>
                <a:cubicBezTo>
                  <a:pt x="166175" y="22268"/>
                  <a:pt x="163082" y="21935"/>
                  <a:pt x="159536" y="21188"/>
                </a:cubicBezTo>
                <a:cubicBezTo>
                  <a:pt x="147862" y="18719"/>
                  <a:pt x="138271" y="17735"/>
                  <a:pt x="130168" y="17735"/>
                </a:cubicBezTo>
                <a:cubicBezTo>
                  <a:pt x="98424" y="17735"/>
                  <a:pt x="89504" y="32828"/>
                  <a:pt x="67530" y="32828"/>
                </a:cubicBezTo>
                <a:cubicBezTo>
                  <a:pt x="66466" y="32828"/>
                  <a:pt x="65371" y="32792"/>
                  <a:pt x="64241" y="32718"/>
                </a:cubicBezTo>
                <a:cubicBezTo>
                  <a:pt x="34727" y="30801"/>
                  <a:pt x="42828" y="18541"/>
                  <a:pt x="0" y="14842"/>
                </a:cubicBezTo>
                <a:lnTo>
                  <a:pt x="0" y="40819"/>
                </a:lnTo>
                <a:lnTo>
                  <a:pt x="264364" y="40819"/>
                </a:lnTo>
                <a:lnTo>
                  <a:pt x="264364" y="17785"/>
                </a:lnTo>
                <a:cubicBezTo>
                  <a:pt x="250431" y="15121"/>
                  <a:pt x="247008" y="1"/>
                  <a:pt x="22409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6"/>
          <p:cNvSpPr txBox="1">
            <a:spLocks noGrp="1"/>
          </p:cNvSpPr>
          <p:nvPr>
            <p:ph type="title"/>
          </p:nvPr>
        </p:nvSpPr>
        <p:spPr>
          <a:xfrm>
            <a:off x="2550000" y="3290249"/>
            <a:ext cx="4044000" cy="49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 rtl="0">
              <a:spcBef>
                <a:spcPts val="16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57" name="Google Shape;257;p16"/>
          <p:cNvSpPr txBox="1">
            <a:spLocks noGrp="1"/>
          </p:cNvSpPr>
          <p:nvPr>
            <p:ph type="subTitle" idx="1"/>
          </p:nvPr>
        </p:nvSpPr>
        <p:spPr>
          <a:xfrm>
            <a:off x="2250150" y="1355551"/>
            <a:ext cx="4643700" cy="169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 sz="2400"/>
            </a:lvl1pPr>
            <a:lvl2pPr lvl="1" algn="ctr" rtl="0">
              <a:spcBef>
                <a:spcPts val="16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58" name="Google Shape;258;p16"/>
          <p:cNvSpPr/>
          <p:nvPr/>
        </p:nvSpPr>
        <p:spPr>
          <a:xfrm rot="5400000">
            <a:off x="2341731" y="4809906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16"/>
          <p:cNvSpPr/>
          <p:nvPr/>
        </p:nvSpPr>
        <p:spPr>
          <a:xfrm rot="5400000">
            <a:off x="989544" y="4709844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16"/>
          <p:cNvSpPr/>
          <p:nvPr/>
        </p:nvSpPr>
        <p:spPr>
          <a:xfrm rot="-5400000">
            <a:off x="1684906" y="4657219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16"/>
          <p:cNvSpPr/>
          <p:nvPr/>
        </p:nvSpPr>
        <p:spPr>
          <a:xfrm rot="5400000">
            <a:off x="333331" y="4075081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16"/>
          <p:cNvSpPr/>
          <p:nvPr/>
        </p:nvSpPr>
        <p:spPr>
          <a:xfrm rot="5400000">
            <a:off x="957006" y="600781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16"/>
          <p:cNvSpPr/>
          <p:nvPr/>
        </p:nvSpPr>
        <p:spPr>
          <a:xfrm rot="5400000">
            <a:off x="8564894" y="484269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16"/>
          <p:cNvSpPr/>
          <p:nvPr/>
        </p:nvSpPr>
        <p:spPr>
          <a:xfrm rot="-5400000">
            <a:off x="234781" y="1003469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16"/>
          <p:cNvSpPr/>
          <p:nvPr/>
        </p:nvSpPr>
        <p:spPr>
          <a:xfrm rot="5400000">
            <a:off x="1477081" y="140794"/>
            <a:ext cx="163500" cy="1635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16"/>
          <p:cNvSpPr/>
          <p:nvPr/>
        </p:nvSpPr>
        <p:spPr>
          <a:xfrm rot="5400000">
            <a:off x="8233156" y="4337769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16"/>
          <p:cNvSpPr/>
          <p:nvPr/>
        </p:nvSpPr>
        <p:spPr>
          <a:xfrm rot="5400000">
            <a:off x="7390894" y="4558831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16"/>
          <p:cNvSpPr/>
          <p:nvPr/>
        </p:nvSpPr>
        <p:spPr>
          <a:xfrm rot="-5400000">
            <a:off x="8911081" y="3557681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16"/>
          <p:cNvSpPr/>
          <p:nvPr/>
        </p:nvSpPr>
        <p:spPr>
          <a:xfrm rot="5400000">
            <a:off x="7296606" y="520994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13"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7"/>
          <p:cNvSpPr txBox="1">
            <a:spLocks noGrp="1"/>
          </p:cNvSpPr>
          <p:nvPr>
            <p:ph type="title"/>
          </p:nvPr>
        </p:nvSpPr>
        <p:spPr>
          <a:xfrm>
            <a:off x="710000" y="2261338"/>
            <a:ext cx="5319000" cy="8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72" name="Google Shape;272;p17"/>
          <p:cNvSpPr txBox="1">
            <a:spLocks noGrp="1"/>
          </p:cNvSpPr>
          <p:nvPr>
            <p:ph type="title" idx="2" hasCustomPrompt="1"/>
          </p:nvPr>
        </p:nvSpPr>
        <p:spPr>
          <a:xfrm>
            <a:off x="710000" y="1164675"/>
            <a:ext cx="2932800" cy="97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73" name="Google Shape;273;p17"/>
          <p:cNvSpPr txBox="1">
            <a:spLocks noGrp="1"/>
          </p:cNvSpPr>
          <p:nvPr>
            <p:ph type="subTitle" idx="1"/>
          </p:nvPr>
        </p:nvSpPr>
        <p:spPr>
          <a:xfrm>
            <a:off x="710000" y="3123913"/>
            <a:ext cx="3513300" cy="43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4" name="Google Shape;274;p17"/>
          <p:cNvSpPr/>
          <p:nvPr/>
        </p:nvSpPr>
        <p:spPr>
          <a:xfrm rot="10800000">
            <a:off x="3794725" y="3526224"/>
            <a:ext cx="5269500" cy="1617301"/>
          </a:xfrm>
          <a:custGeom>
            <a:avLst/>
            <a:gdLst/>
            <a:ahLst/>
            <a:cxnLst/>
            <a:rect l="l" t="t" r="r" b="b"/>
            <a:pathLst>
              <a:path w="299106" h="92815" extrusionOk="0">
                <a:moveTo>
                  <a:pt x="296744" y="0"/>
                </a:moveTo>
                <a:cubicBezTo>
                  <a:pt x="296744" y="0"/>
                  <a:pt x="299105" y="58876"/>
                  <a:pt x="213742" y="35045"/>
                </a:cubicBezTo>
                <a:cubicBezTo>
                  <a:pt x="149627" y="17191"/>
                  <a:pt x="133321" y="92815"/>
                  <a:pt x="82635" y="92815"/>
                </a:cubicBezTo>
                <a:cubicBezTo>
                  <a:pt x="45376" y="92815"/>
                  <a:pt x="1" y="70755"/>
                  <a:pt x="13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17"/>
          <p:cNvSpPr/>
          <p:nvPr/>
        </p:nvSpPr>
        <p:spPr>
          <a:xfrm flipH="1">
            <a:off x="4079409" y="0"/>
            <a:ext cx="3848746" cy="1015396"/>
          </a:xfrm>
          <a:custGeom>
            <a:avLst/>
            <a:gdLst/>
            <a:ahLst/>
            <a:cxnLst/>
            <a:rect l="l" t="t" r="r" b="b"/>
            <a:pathLst>
              <a:path w="299106" h="92815" extrusionOk="0">
                <a:moveTo>
                  <a:pt x="296744" y="0"/>
                </a:moveTo>
                <a:cubicBezTo>
                  <a:pt x="296744" y="0"/>
                  <a:pt x="299105" y="58876"/>
                  <a:pt x="213742" y="35045"/>
                </a:cubicBezTo>
                <a:cubicBezTo>
                  <a:pt x="149627" y="17191"/>
                  <a:pt x="133321" y="92815"/>
                  <a:pt x="82635" y="92815"/>
                </a:cubicBezTo>
                <a:cubicBezTo>
                  <a:pt x="45376" y="92815"/>
                  <a:pt x="1" y="70755"/>
                  <a:pt x="13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17"/>
          <p:cNvSpPr/>
          <p:nvPr/>
        </p:nvSpPr>
        <p:spPr>
          <a:xfrm>
            <a:off x="4805860" y="0"/>
            <a:ext cx="5606452" cy="1388382"/>
          </a:xfrm>
          <a:custGeom>
            <a:avLst/>
            <a:gdLst/>
            <a:ahLst/>
            <a:cxnLst/>
            <a:rect l="l" t="t" r="r" b="b"/>
            <a:pathLst>
              <a:path w="295582" h="107710" extrusionOk="0">
                <a:moveTo>
                  <a:pt x="3890" y="648"/>
                </a:moveTo>
                <a:cubicBezTo>
                  <a:pt x="3890" y="648"/>
                  <a:pt x="1" y="60607"/>
                  <a:pt x="64065" y="49263"/>
                </a:cubicBezTo>
                <a:cubicBezTo>
                  <a:pt x="132883" y="37164"/>
                  <a:pt x="123484" y="107710"/>
                  <a:pt x="183551" y="107710"/>
                </a:cubicBezTo>
                <a:cubicBezTo>
                  <a:pt x="232814" y="107710"/>
                  <a:pt x="209155" y="40513"/>
                  <a:pt x="252368" y="34787"/>
                </a:cubicBezTo>
                <a:cubicBezTo>
                  <a:pt x="295582" y="29061"/>
                  <a:pt x="285751" y="0"/>
                  <a:pt x="28575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17"/>
          <p:cNvSpPr/>
          <p:nvPr/>
        </p:nvSpPr>
        <p:spPr>
          <a:xfrm>
            <a:off x="4898284" y="3305534"/>
            <a:ext cx="4245815" cy="1838051"/>
          </a:xfrm>
          <a:custGeom>
            <a:avLst/>
            <a:gdLst/>
            <a:ahLst/>
            <a:cxnLst/>
            <a:rect l="l" t="t" r="r" b="b"/>
            <a:pathLst>
              <a:path w="285673" h="154588" extrusionOk="0">
                <a:moveTo>
                  <a:pt x="2715" y="154588"/>
                </a:moveTo>
                <a:cubicBezTo>
                  <a:pt x="2715" y="154588"/>
                  <a:pt x="0" y="113633"/>
                  <a:pt x="45298" y="113633"/>
                </a:cubicBezTo>
                <a:cubicBezTo>
                  <a:pt x="90596" y="113633"/>
                  <a:pt x="125888" y="112160"/>
                  <a:pt x="135972" y="50651"/>
                </a:cubicBezTo>
                <a:cubicBezTo>
                  <a:pt x="144194" y="621"/>
                  <a:pt x="221914" y="1"/>
                  <a:pt x="238978" y="40955"/>
                </a:cubicBezTo>
                <a:cubicBezTo>
                  <a:pt x="255965" y="81987"/>
                  <a:pt x="285673" y="81987"/>
                  <a:pt x="285673" y="81987"/>
                </a:cubicBezTo>
                <a:lnTo>
                  <a:pt x="285673" y="15458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17"/>
          <p:cNvSpPr/>
          <p:nvPr/>
        </p:nvSpPr>
        <p:spPr>
          <a:xfrm flipH="1">
            <a:off x="5529737" y="3305400"/>
            <a:ext cx="3614274" cy="1837882"/>
          </a:xfrm>
          <a:custGeom>
            <a:avLst/>
            <a:gdLst/>
            <a:ahLst/>
            <a:cxnLst/>
            <a:rect l="l" t="t" r="r" b="b"/>
            <a:pathLst>
              <a:path w="305002" h="196093" extrusionOk="0">
                <a:moveTo>
                  <a:pt x="0" y="27686"/>
                </a:moveTo>
                <a:cubicBezTo>
                  <a:pt x="0" y="27686"/>
                  <a:pt x="68206" y="0"/>
                  <a:pt x="88558" y="59039"/>
                </a:cubicBezTo>
                <a:cubicBezTo>
                  <a:pt x="108910" y="118077"/>
                  <a:pt x="211769" y="29244"/>
                  <a:pt x="211769" y="120186"/>
                </a:cubicBezTo>
                <a:cubicBezTo>
                  <a:pt x="211769" y="172257"/>
                  <a:pt x="305002" y="135404"/>
                  <a:pt x="280800" y="196092"/>
                </a:cubicBezTo>
                <a:lnTo>
                  <a:pt x="0" y="196092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17"/>
          <p:cNvSpPr/>
          <p:nvPr/>
        </p:nvSpPr>
        <p:spPr>
          <a:xfrm flipH="1">
            <a:off x="5295901" y="0"/>
            <a:ext cx="3848110" cy="1219360"/>
          </a:xfrm>
          <a:custGeom>
            <a:avLst/>
            <a:gdLst/>
            <a:ahLst/>
            <a:cxnLst/>
            <a:rect l="l" t="t" r="r" b="b"/>
            <a:pathLst>
              <a:path w="294198" h="130204" extrusionOk="0">
                <a:moveTo>
                  <a:pt x="283570" y="0"/>
                </a:moveTo>
                <a:cubicBezTo>
                  <a:pt x="283570" y="0"/>
                  <a:pt x="294198" y="57826"/>
                  <a:pt x="203889" y="45181"/>
                </a:cubicBezTo>
                <a:cubicBezTo>
                  <a:pt x="141812" y="36461"/>
                  <a:pt x="157999" y="89109"/>
                  <a:pt x="113581" y="109929"/>
                </a:cubicBezTo>
                <a:cubicBezTo>
                  <a:pt x="70252" y="130203"/>
                  <a:pt x="37442" y="67963"/>
                  <a:pt x="0" y="114071"/>
                </a:cubicBezTo>
                <a:lnTo>
                  <a:pt x="0" y="436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17"/>
          <p:cNvSpPr/>
          <p:nvPr/>
        </p:nvSpPr>
        <p:spPr>
          <a:xfrm rot="5400000">
            <a:off x="7269506" y="1055856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17"/>
          <p:cNvSpPr/>
          <p:nvPr/>
        </p:nvSpPr>
        <p:spPr>
          <a:xfrm rot="5400000">
            <a:off x="5917319" y="955794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17"/>
          <p:cNvSpPr/>
          <p:nvPr/>
        </p:nvSpPr>
        <p:spPr>
          <a:xfrm rot="-5400000">
            <a:off x="6612681" y="903169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17"/>
          <p:cNvSpPr/>
          <p:nvPr/>
        </p:nvSpPr>
        <p:spPr>
          <a:xfrm rot="5400000">
            <a:off x="5261106" y="321031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17"/>
          <p:cNvSpPr/>
          <p:nvPr/>
        </p:nvSpPr>
        <p:spPr>
          <a:xfrm rot="-5400000" flipH="1">
            <a:off x="4341681" y="4753331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17"/>
          <p:cNvSpPr/>
          <p:nvPr/>
        </p:nvSpPr>
        <p:spPr>
          <a:xfrm rot="5400000" flipH="1">
            <a:off x="5326056" y="4329444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17"/>
          <p:cNvSpPr/>
          <p:nvPr/>
        </p:nvSpPr>
        <p:spPr>
          <a:xfrm rot="-5400000" flipH="1">
            <a:off x="7106006" y="3674706"/>
            <a:ext cx="163500" cy="1635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3"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8"/>
          <p:cNvSpPr txBox="1">
            <a:spLocks noGrp="1"/>
          </p:cNvSpPr>
          <p:nvPr>
            <p:ph type="title"/>
          </p:nvPr>
        </p:nvSpPr>
        <p:spPr>
          <a:xfrm>
            <a:off x="540000" y="363275"/>
            <a:ext cx="806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289" name="Google Shape;289;p18"/>
          <p:cNvSpPr txBox="1">
            <a:spLocks noGrp="1"/>
          </p:cNvSpPr>
          <p:nvPr>
            <p:ph type="title" idx="2" hasCustomPrompt="1"/>
          </p:nvPr>
        </p:nvSpPr>
        <p:spPr>
          <a:xfrm>
            <a:off x="884798" y="1499138"/>
            <a:ext cx="32004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90" name="Google Shape;290;p18"/>
          <p:cNvSpPr txBox="1">
            <a:spLocks noGrp="1"/>
          </p:cNvSpPr>
          <p:nvPr>
            <p:ph type="subTitle" idx="1"/>
          </p:nvPr>
        </p:nvSpPr>
        <p:spPr>
          <a:xfrm>
            <a:off x="1099425" y="2130913"/>
            <a:ext cx="2771100" cy="52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/>
            </a:lvl1pPr>
            <a:lvl2pPr lvl="1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1" name="Google Shape;291;p18"/>
          <p:cNvSpPr txBox="1">
            <a:spLocks noGrp="1"/>
          </p:cNvSpPr>
          <p:nvPr>
            <p:ph type="title" idx="3" hasCustomPrompt="1"/>
          </p:nvPr>
        </p:nvSpPr>
        <p:spPr>
          <a:xfrm>
            <a:off x="5058798" y="1499138"/>
            <a:ext cx="32004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92" name="Google Shape;292;p18"/>
          <p:cNvSpPr txBox="1">
            <a:spLocks noGrp="1"/>
          </p:cNvSpPr>
          <p:nvPr>
            <p:ph type="subTitle" idx="4"/>
          </p:nvPr>
        </p:nvSpPr>
        <p:spPr>
          <a:xfrm>
            <a:off x="5273425" y="2130925"/>
            <a:ext cx="2771100" cy="52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/>
            </a:lvl1pPr>
            <a:lvl2pPr lvl="1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3" name="Google Shape;293;p18"/>
          <p:cNvSpPr txBox="1">
            <a:spLocks noGrp="1"/>
          </p:cNvSpPr>
          <p:nvPr>
            <p:ph type="title" idx="5" hasCustomPrompt="1"/>
          </p:nvPr>
        </p:nvSpPr>
        <p:spPr>
          <a:xfrm>
            <a:off x="2971798" y="3109475"/>
            <a:ext cx="32004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94" name="Google Shape;294;p18"/>
          <p:cNvSpPr txBox="1">
            <a:spLocks noGrp="1"/>
          </p:cNvSpPr>
          <p:nvPr>
            <p:ph type="subTitle" idx="6"/>
          </p:nvPr>
        </p:nvSpPr>
        <p:spPr>
          <a:xfrm>
            <a:off x="3186425" y="3740725"/>
            <a:ext cx="2771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/>
            </a:lvl1pPr>
            <a:lvl2pPr lvl="1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p18"/>
          <p:cNvSpPr/>
          <p:nvPr/>
        </p:nvSpPr>
        <p:spPr>
          <a:xfrm rot="10800000" flipH="1">
            <a:off x="6626826" y="3797502"/>
            <a:ext cx="2810674" cy="1198053"/>
          </a:xfrm>
          <a:custGeom>
            <a:avLst/>
            <a:gdLst/>
            <a:ahLst/>
            <a:cxnLst/>
            <a:rect l="l" t="t" r="r" b="b"/>
            <a:pathLst>
              <a:path w="64695" h="36451" extrusionOk="0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18"/>
          <p:cNvSpPr/>
          <p:nvPr/>
        </p:nvSpPr>
        <p:spPr>
          <a:xfrm rot="10800000" flipH="1">
            <a:off x="6287025" y="4590289"/>
            <a:ext cx="2860647" cy="751611"/>
          </a:xfrm>
          <a:custGeom>
            <a:avLst/>
            <a:gdLst/>
            <a:ahLst/>
            <a:cxnLst/>
            <a:rect l="l" t="t" r="r" b="b"/>
            <a:pathLst>
              <a:path w="72716" h="43165" extrusionOk="0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18"/>
          <p:cNvSpPr/>
          <p:nvPr/>
        </p:nvSpPr>
        <p:spPr>
          <a:xfrm flipH="1">
            <a:off x="6239900" y="4742275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18"/>
          <p:cNvSpPr/>
          <p:nvPr/>
        </p:nvSpPr>
        <p:spPr>
          <a:xfrm flipH="1">
            <a:off x="7868588" y="4484088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18"/>
          <p:cNvSpPr/>
          <p:nvPr/>
        </p:nvSpPr>
        <p:spPr>
          <a:xfrm flipH="1">
            <a:off x="7496815" y="4087142"/>
            <a:ext cx="1990610" cy="1054010"/>
          </a:xfrm>
          <a:custGeom>
            <a:avLst/>
            <a:gdLst/>
            <a:ahLst/>
            <a:cxnLst/>
            <a:rect l="l" t="t" r="r" b="b"/>
            <a:pathLst>
              <a:path w="80952" h="42859" extrusionOk="0">
                <a:moveTo>
                  <a:pt x="7027" y="1"/>
                </a:moveTo>
                <a:cubicBezTo>
                  <a:pt x="6872" y="1"/>
                  <a:pt x="6717" y="3"/>
                  <a:pt x="6562" y="7"/>
                </a:cubicBezTo>
                <a:cubicBezTo>
                  <a:pt x="4866" y="30"/>
                  <a:pt x="3192" y="387"/>
                  <a:pt x="1629" y="1056"/>
                </a:cubicBezTo>
                <a:cubicBezTo>
                  <a:pt x="0" y="1793"/>
                  <a:pt x="89" y="2418"/>
                  <a:pt x="335" y="4114"/>
                </a:cubicBezTo>
                <a:cubicBezTo>
                  <a:pt x="982" y="8332"/>
                  <a:pt x="1652" y="12528"/>
                  <a:pt x="2321" y="16724"/>
                </a:cubicBezTo>
                <a:lnTo>
                  <a:pt x="4241" y="29022"/>
                </a:lnTo>
                <a:cubicBezTo>
                  <a:pt x="4866" y="32972"/>
                  <a:pt x="6160" y="37347"/>
                  <a:pt x="6160" y="41342"/>
                </a:cubicBezTo>
                <a:cubicBezTo>
                  <a:pt x="6227" y="41676"/>
                  <a:pt x="6294" y="42056"/>
                  <a:pt x="6562" y="42257"/>
                </a:cubicBezTo>
                <a:cubicBezTo>
                  <a:pt x="6776" y="42374"/>
                  <a:pt x="7008" y="42440"/>
                  <a:pt x="7256" y="42440"/>
                </a:cubicBezTo>
                <a:cubicBezTo>
                  <a:pt x="7292" y="42440"/>
                  <a:pt x="7328" y="42438"/>
                  <a:pt x="7365" y="42435"/>
                </a:cubicBezTo>
                <a:cubicBezTo>
                  <a:pt x="18275" y="42693"/>
                  <a:pt x="29189" y="42859"/>
                  <a:pt x="40102" y="42859"/>
                </a:cubicBezTo>
                <a:cubicBezTo>
                  <a:pt x="53724" y="42859"/>
                  <a:pt x="67345" y="42601"/>
                  <a:pt x="80951" y="41944"/>
                </a:cubicBezTo>
                <a:cubicBezTo>
                  <a:pt x="71220" y="38596"/>
                  <a:pt x="61154" y="36409"/>
                  <a:pt x="50910" y="35450"/>
                </a:cubicBezTo>
                <a:cubicBezTo>
                  <a:pt x="46357" y="35003"/>
                  <a:pt x="41513" y="34735"/>
                  <a:pt x="37741" y="32124"/>
                </a:cubicBezTo>
                <a:cubicBezTo>
                  <a:pt x="33880" y="29423"/>
                  <a:pt x="31939" y="24781"/>
                  <a:pt x="30443" y="20317"/>
                </a:cubicBezTo>
                <a:cubicBezTo>
                  <a:pt x="28948" y="15854"/>
                  <a:pt x="27609" y="11144"/>
                  <a:pt x="24439" y="7663"/>
                </a:cubicBezTo>
                <a:cubicBezTo>
                  <a:pt x="22676" y="5743"/>
                  <a:pt x="20422" y="4315"/>
                  <a:pt x="18123" y="3087"/>
                </a:cubicBezTo>
                <a:cubicBezTo>
                  <a:pt x="14732" y="1327"/>
                  <a:pt x="10908" y="1"/>
                  <a:pt x="70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18"/>
          <p:cNvSpPr/>
          <p:nvPr/>
        </p:nvSpPr>
        <p:spPr>
          <a:xfrm flipH="1">
            <a:off x="8130075" y="4087150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18"/>
          <p:cNvSpPr/>
          <p:nvPr/>
        </p:nvSpPr>
        <p:spPr>
          <a:xfrm flipH="1">
            <a:off x="8852338" y="3444788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18"/>
          <p:cNvSpPr/>
          <p:nvPr/>
        </p:nvSpPr>
        <p:spPr>
          <a:xfrm flipH="1">
            <a:off x="-249101" y="82083"/>
            <a:ext cx="2810674" cy="1198053"/>
          </a:xfrm>
          <a:custGeom>
            <a:avLst/>
            <a:gdLst/>
            <a:ahLst/>
            <a:cxnLst/>
            <a:rect l="l" t="t" r="r" b="b"/>
            <a:pathLst>
              <a:path w="64695" h="36451" extrusionOk="0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18"/>
          <p:cNvSpPr/>
          <p:nvPr/>
        </p:nvSpPr>
        <p:spPr>
          <a:xfrm flipH="1">
            <a:off x="40728" y="-264262"/>
            <a:ext cx="2860647" cy="751611"/>
          </a:xfrm>
          <a:custGeom>
            <a:avLst/>
            <a:gdLst/>
            <a:ahLst/>
            <a:cxnLst/>
            <a:rect l="l" t="t" r="r" b="b"/>
            <a:pathLst>
              <a:path w="72716" h="43165" extrusionOk="0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18"/>
          <p:cNvSpPr/>
          <p:nvPr/>
        </p:nvSpPr>
        <p:spPr>
          <a:xfrm rot="10800000" flipH="1">
            <a:off x="1156313" y="430050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18"/>
          <p:cNvSpPr/>
          <p:nvPr/>
        </p:nvSpPr>
        <p:spPr>
          <a:xfrm rot="10800000" flipH="1">
            <a:off x="-299025" y="-63514"/>
            <a:ext cx="1990610" cy="1054010"/>
          </a:xfrm>
          <a:custGeom>
            <a:avLst/>
            <a:gdLst/>
            <a:ahLst/>
            <a:cxnLst/>
            <a:rect l="l" t="t" r="r" b="b"/>
            <a:pathLst>
              <a:path w="80952" h="42859" extrusionOk="0">
                <a:moveTo>
                  <a:pt x="7027" y="1"/>
                </a:moveTo>
                <a:cubicBezTo>
                  <a:pt x="6872" y="1"/>
                  <a:pt x="6717" y="3"/>
                  <a:pt x="6562" y="7"/>
                </a:cubicBezTo>
                <a:cubicBezTo>
                  <a:pt x="4866" y="30"/>
                  <a:pt x="3192" y="387"/>
                  <a:pt x="1629" y="1056"/>
                </a:cubicBezTo>
                <a:cubicBezTo>
                  <a:pt x="0" y="1793"/>
                  <a:pt x="89" y="2418"/>
                  <a:pt x="335" y="4114"/>
                </a:cubicBezTo>
                <a:cubicBezTo>
                  <a:pt x="982" y="8332"/>
                  <a:pt x="1652" y="12528"/>
                  <a:pt x="2321" y="16724"/>
                </a:cubicBezTo>
                <a:lnTo>
                  <a:pt x="4241" y="29022"/>
                </a:lnTo>
                <a:cubicBezTo>
                  <a:pt x="4866" y="32972"/>
                  <a:pt x="6160" y="37347"/>
                  <a:pt x="6160" y="41342"/>
                </a:cubicBezTo>
                <a:cubicBezTo>
                  <a:pt x="6227" y="41676"/>
                  <a:pt x="6294" y="42056"/>
                  <a:pt x="6562" y="42257"/>
                </a:cubicBezTo>
                <a:cubicBezTo>
                  <a:pt x="6776" y="42374"/>
                  <a:pt x="7008" y="42440"/>
                  <a:pt x="7256" y="42440"/>
                </a:cubicBezTo>
                <a:cubicBezTo>
                  <a:pt x="7292" y="42440"/>
                  <a:pt x="7328" y="42438"/>
                  <a:pt x="7365" y="42435"/>
                </a:cubicBezTo>
                <a:cubicBezTo>
                  <a:pt x="18275" y="42693"/>
                  <a:pt x="29189" y="42859"/>
                  <a:pt x="40102" y="42859"/>
                </a:cubicBezTo>
                <a:cubicBezTo>
                  <a:pt x="53724" y="42859"/>
                  <a:pt x="67345" y="42601"/>
                  <a:pt x="80951" y="41944"/>
                </a:cubicBezTo>
                <a:cubicBezTo>
                  <a:pt x="71220" y="38596"/>
                  <a:pt x="61154" y="36409"/>
                  <a:pt x="50910" y="35450"/>
                </a:cubicBezTo>
                <a:cubicBezTo>
                  <a:pt x="46357" y="35003"/>
                  <a:pt x="41513" y="34735"/>
                  <a:pt x="37741" y="32124"/>
                </a:cubicBezTo>
                <a:cubicBezTo>
                  <a:pt x="33880" y="29423"/>
                  <a:pt x="31939" y="24781"/>
                  <a:pt x="30443" y="20317"/>
                </a:cubicBezTo>
                <a:cubicBezTo>
                  <a:pt x="28948" y="15854"/>
                  <a:pt x="27609" y="11144"/>
                  <a:pt x="24439" y="7663"/>
                </a:cubicBezTo>
                <a:cubicBezTo>
                  <a:pt x="22676" y="5743"/>
                  <a:pt x="20422" y="4315"/>
                  <a:pt x="18123" y="3087"/>
                </a:cubicBezTo>
                <a:cubicBezTo>
                  <a:pt x="14732" y="1327"/>
                  <a:pt x="10908" y="1"/>
                  <a:pt x="70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18"/>
          <p:cNvSpPr/>
          <p:nvPr/>
        </p:nvSpPr>
        <p:spPr>
          <a:xfrm rot="10800000" flipH="1">
            <a:off x="959925" y="891788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18"/>
          <p:cNvSpPr/>
          <p:nvPr/>
        </p:nvSpPr>
        <p:spPr>
          <a:xfrm flipH="1">
            <a:off x="2802975" y="232175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18"/>
          <p:cNvSpPr/>
          <p:nvPr/>
        </p:nvSpPr>
        <p:spPr>
          <a:xfrm rot="10800000" flipH="1">
            <a:off x="172563" y="1469350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 1">
  <p:cSld name="CUSTOM_21"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37"/>
          <p:cNvSpPr/>
          <p:nvPr/>
        </p:nvSpPr>
        <p:spPr>
          <a:xfrm rot="10800000">
            <a:off x="7575354" y="63632"/>
            <a:ext cx="2443246" cy="939991"/>
          </a:xfrm>
          <a:custGeom>
            <a:avLst/>
            <a:gdLst/>
            <a:ahLst/>
            <a:cxnLst/>
            <a:rect l="l" t="t" r="r" b="b"/>
            <a:pathLst>
              <a:path w="283357" h="76391" extrusionOk="0">
                <a:moveTo>
                  <a:pt x="0" y="76391"/>
                </a:moveTo>
                <a:cubicBezTo>
                  <a:pt x="0" y="76391"/>
                  <a:pt x="7446" y="11303"/>
                  <a:pt x="69809" y="27459"/>
                </a:cubicBezTo>
                <a:cubicBezTo>
                  <a:pt x="163419" y="51659"/>
                  <a:pt x="141479" y="1"/>
                  <a:pt x="215011" y="3524"/>
                </a:cubicBezTo>
                <a:cubicBezTo>
                  <a:pt x="283357" y="6716"/>
                  <a:pt x="283024" y="76391"/>
                  <a:pt x="283024" y="7639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37"/>
          <p:cNvSpPr/>
          <p:nvPr/>
        </p:nvSpPr>
        <p:spPr>
          <a:xfrm rot="-9367883" flipH="1">
            <a:off x="7131099" y="-338044"/>
            <a:ext cx="3153951" cy="1121150"/>
          </a:xfrm>
          <a:custGeom>
            <a:avLst/>
            <a:gdLst/>
            <a:ahLst/>
            <a:cxnLst/>
            <a:rect l="l" t="t" r="r" b="b"/>
            <a:pathLst>
              <a:path w="264364" h="43920" extrusionOk="0">
                <a:moveTo>
                  <a:pt x="219423" y="1"/>
                </a:moveTo>
                <a:cubicBezTo>
                  <a:pt x="218735" y="1"/>
                  <a:pt x="218026" y="14"/>
                  <a:pt x="217297" y="39"/>
                </a:cubicBezTo>
                <a:cubicBezTo>
                  <a:pt x="193855" y="856"/>
                  <a:pt x="190998" y="14255"/>
                  <a:pt x="172689" y="14255"/>
                </a:cubicBezTo>
                <a:cubicBezTo>
                  <a:pt x="167988" y="14255"/>
                  <a:pt x="162268" y="13372"/>
                  <a:pt x="154919" y="11165"/>
                </a:cubicBezTo>
                <a:cubicBezTo>
                  <a:pt x="146746" y="8716"/>
                  <a:pt x="139552" y="7721"/>
                  <a:pt x="133072" y="7721"/>
                </a:cubicBezTo>
                <a:cubicBezTo>
                  <a:pt x="104893" y="7721"/>
                  <a:pt x="90210" y="26543"/>
                  <a:pt x="67183" y="26543"/>
                </a:cubicBezTo>
                <a:cubicBezTo>
                  <a:pt x="66131" y="26543"/>
                  <a:pt x="65061" y="26504"/>
                  <a:pt x="63971" y="26422"/>
                </a:cubicBezTo>
                <a:cubicBezTo>
                  <a:pt x="34457" y="24207"/>
                  <a:pt x="42828" y="9572"/>
                  <a:pt x="0" y="5305"/>
                </a:cubicBezTo>
                <a:lnTo>
                  <a:pt x="0" y="43920"/>
                </a:lnTo>
                <a:lnTo>
                  <a:pt x="264364" y="43920"/>
                </a:lnTo>
                <a:lnTo>
                  <a:pt x="264364" y="9491"/>
                </a:lnTo>
                <a:cubicBezTo>
                  <a:pt x="261782" y="9924"/>
                  <a:pt x="259493" y="10114"/>
                  <a:pt x="257424" y="10114"/>
                </a:cubicBezTo>
                <a:cubicBezTo>
                  <a:pt x="242345" y="10114"/>
                  <a:pt x="238978" y="1"/>
                  <a:pt x="21942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p37"/>
          <p:cNvSpPr/>
          <p:nvPr/>
        </p:nvSpPr>
        <p:spPr>
          <a:xfrm rot="-9944222">
            <a:off x="7216014" y="-294645"/>
            <a:ext cx="3605366" cy="1194753"/>
          </a:xfrm>
          <a:custGeom>
            <a:avLst/>
            <a:gdLst/>
            <a:ahLst/>
            <a:cxnLst/>
            <a:rect l="l" t="t" r="r" b="b"/>
            <a:pathLst>
              <a:path w="264364" h="40820" extrusionOk="0">
                <a:moveTo>
                  <a:pt x="224094" y="1"/>
                </a:moveTo>
                <a:cubicBezTo>
                  <a:pt x="221694" y="1"/>
                  <a:pt x="219079" y="167"/>
                  <a:pt x="216217" y="530"/>
                </a:cubicBezTo>
                <a:cubicBezTo>
                  <a:pt x="190574" y="3768"/>
                  <a:pt x="189388" y="22268"/>
                  <a:pt x="168921" y="22268"/>
                </a:cubicBezTo>
                <a:cubicBezTo>
                  <a:pt x="166175" y="22268"/>
                  <a:pt x="163082" y="21935"/>
                  <a:pt x="159536" y="21188"/>
                </a:cubicBezTo>
                <a:cubicBezTo>
                  <a:pt x="147862" y="18719"/>
                  <a:pt x="138271" y="17735"/>
                  <a:pt x="130168" y="17735"/>
                </a:cubicBezTo>
                <a:cubicBezTo>
                  <a:pt x="98424" y="17735"/>
                  <a:pt x="89504" y="32828"/>
                  <a:pt x="67530" y="32828"/>
                </a:cubicBezTo>
                <a:cubicBezTo>
                  <a:pt x="66466" y="32828"/>
                  <a:pt x="65371" y="32792"/>
                  <a:pt x="64241" y="32718"/>
                </a:cubicBezTo>
                <a:cubicBezTo>
                  <a:pt x="34727" y="30801"/>
                  <a:pt x="42828" y="18541"/>
                  <a:pt x="0" y="14842"/>
                </a:cubicBezTo>
                <a:lnTo>
                  <a:pt x="0" y="40819"/>
                </a:lnTo>
                <a:lnTo>
                  <a:pt x="264364" y="40819"/>
                </a:lnTo>
                <a:lnTo>
                  <a:pt x="264364" y="17785"/>
                </a:lnTo>
                <a:cubicBezTo>
                  <a:pt x="250431" y="15121"/>
                  <a:pt x="247008" y="1"/>
                  <a:pt x="22409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37"/>
          <p:cNvSpPr txBox="1">
            <a:spLocks noGrp="1"/>
          </p:cNvSpPr>
          <p:nvPr>
            <p:ph type="body" idx="1"/>
          </p:nvPr>
        </p:nvSpPr>
        <p:spPr>
          <a:xfrm>
            <a:off x="718675" y="3658150"/>
            <a:ext cx="3411600" cy="90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3000" b="1">
                <a:solidFill>
                  <a:schemeClr val="lt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30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30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30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30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30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30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30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30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495" name="Google Shape;495;p37"/>
          <p:cNvSpPr/>
          <p:nvPr/>
        </p:nvSpPr>
        <p:spPr>
          <a:xfrm rot="5400000">
            <a:off x="8853656" y="819294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p37"/>
          <p:cNvSpPr/>
          <p:nvPr/>
        </p:nvSpPr>
        <p:spPr>
          <a:xfrm rot="5400000">
            <a:off x="7501469" y="719231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p37"/>
          <p:cNvSpPr/>
          <p:nvPr/>
        </p:nvSpPr>
        <p:spPr>
          <a:xfrm rot="-5400000">
            <a:off x="8196831" y="666606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8" name="Google Shape;498;p37"/>
          <p:cNvSpPr/>
          <p:nvPr/>
        </p:nvSpPr>
        <p:spPr>
          <a:xfrm rot="5400000">
            <a:off x="6845256" y="84469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4">
  <p:cSld name="CUSTOM_18"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41"/>
          <p:cNvSpPr txBox="1">
            <a:spLocks noGrp="1"/>
          </p:cNvSpPr>
          <p:nvPr>
            <p:ph type="subTitle" idx="1"/>
          </p:nvPr>
        </p:nvSpPr>
        <p:spPr>
          <a:xfrm>
            <a:off x="4658775" y="3441800"/>
            <a:ext cx="2087700" cy="94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6" name="Google Shape;546;p41"/>
          <p:cNvSpPr txBox="1">
            <a:spLocks noGrp="1"/>
          </p:cNvSpPr>
          <p:nvPr>
            <p:ph type="subTitle" idx="2"/>
          </p:nvPr>
        </p:nvSpPr>
        <p:spPr>
          <a:xfrm>
            <a:off x="2397771" y="1400250"/>
            <a:ext cx="2087700" cy="94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7" name="Google Shape;547;p41"/>
          <p:cNvSpPr txBox="1">
            <a:spLocks noGrp="1"/>
          </p:cNvSpPr>
          <p:nvPr>
            <p:ph type="title"/>
          </p:nvPr>
        </p:nvSpPr>
        <p:spPr>
          <a:xfrm>
            <a:off x="4658771" y="2806100"/>
            <a:ext cx="2087700" cy="63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700"/>
              <a:buFont typeface="Fira Sans Condensed"/>
              <a:buNone/>
              <a:defRPr sz="27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700"/>
              <a:buFont typeface="Fira Sans Condensed"/>
              <a:buNone/>
              <a:defRPr sz="27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700"/>
              <a:buFont typeface="Fira Sans Condensed"/>
              <a:buNone/>
              <a:defRPr sz="27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700"/>
              <a:buFont typeface="Fira Sans Condensed"/>
              <a:buNone/>
              <a:defRPr sz="27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700"/>
              <a:buFont typeface="Fira Sans Condensed"/>
              <a:buNone/>
              <a:defRPr sz="27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700"/>
              <a:buFont typeface="Fira Sans Condensed"/>
              <a:buNone/>
              <a:defRPr sz="27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700"/>
              <a:buFont typeface="Fira Sans Condensed"/>
              <a:buNone/>
              <a:defRPr sz="27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700"/>
              <a:buFont typeface="Fira Sans Condensed"/>
              <a:buNone/>
              <a:defRPr sz="27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9pPr>
          </a:lstStyle>
          <a:p>
            <a:endParaRPr/>
          </a:p>
        </p:txBody>
      </p:sp>
      <p:sp>
        <p:nvSpPr>
          <p:cNvPr id="548" name="Google Shape;548;p41"/>
          <p:cNvSpPr txBox="1">
            <a:spLocks noGrp="1"/>
          </p:cNvSpPr>
          <p:nvPr>
            <p:ph type="title" idx="3"/>
          </p:nvPr>
        </p:nvSpPr>
        <p:spPr>
          <a:xfrm>
            <a:off x="2397771" y="764550"/>
            <a:ext cx="2087700" cy="63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Font typeface="Fira Sans Condensed"/>
              <a:buNone/>
              <a:defRPr sz="27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Font typeface="Fira Sans Condensed"/>
              <a:buNone/>
              <a:defRPr sz="27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Font typeface="Fira Sans Condensed"/>
              <a:buNone/>
              <a:defRPr sz="27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Font typeface="Fira Sans Condensed"/>
              <a:buNone/>
              <a:defRPr sz="27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Font typeface="Fira Sans Condensed"/>
              <a:buNone/>
              <a:defRPr sz="27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Font typeface="Fira Sans Condensed"/>
              <a:buNone/>
              <a:defRPr sz="27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Font typeface="Fira Sans Condensed"/>
              <a:buNone/>
              <a:defRPr sz="27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Font typeface="Fira Sans Condensed"/>
              <a:buNone/>
              <a:defRPr sz="27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9pPr>
          </a:lstStyle>
          <a:p>
            <a:endParaRPr/>
          </a:p>
        </p:txBody>
      </p:sp>
      <p:sp>
        <p:nvSpPr>
          <p:cNvPr id="549" name="Google Shape;549;p41"/>
          <p:cNvSpPr/>
          <p:nvPr/>
        </p:nvSpPr>
        <p:spPr>
          <a:xfrm>
            <a:off x="485275" y="3859450"/>
            <a:ext cx="3336529" cy="1283560"/>
          </a:xfrm>
          <a:custGeom>
            <a:avLst/>
            <a:gdLst/>
            <a:ahLst/>
            <a:cxnLst/>
            <a:rect l="l" t="t" r="r" b="b"/>
            <a:pathLst>
              <a:path w="283357" h="76391" extrusionOk="0">
                <a:moveTo>
                  <a:pt x="0" y="76391"/>
                </a:moveTo>
                <a:cubicBezTo>
                  <a:pt x="0" y="76391"/>
                  <a:pt x="7446" y="11303"/>
                  <a:pt x="69809" y="27459"/>
                </a:cubicBezTo>
                <a:cubicBezTo>
                  <a:pt x="163419" y="51659"/>
                  <a:pt x="141479" y="1"/>
                  <a:pt x="215011" y="3524"/>
                </a:cubicBezTo>
                <a:cubicBezTo>
                  <a:pt x="283357" y="6716"/>
                  <a:pt x="283024" y="76391"/>
                  <a:pt x="283024" y="7639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p41"/>
          <p:cNvSpPr/>
          <p:nvPr/>
        </p:nvSpPr>
        <p:spPr>
          <a:xfrm rot="1432232" flipH="1">
            <a:off x="-470789" y="4165605"/>
            <a:ext cx="4306753" cy="1531081"/>
          </a:xfrm>
          <a:custGeom>
            <a:avLst/>
            <a:gdLst/>
            <a:ahLst/>
            <a:cxnLst/>
            <a:rect l="l" t="t" r="r" b="b"/>
            <a:pathLst>
              <a:path w="264364" h="43920" extrusionOk="0">
                <a:moveTo>
                  <a:pt x="219423" y="1"/>
                </a:moveTo>
                <a:cubicBezTo>
                  <a:pt x="218735" y="1"/>
                  <a:pt x="218026" y="14"/>
                  <a:pt x="217297" y="39"/>
                </a:cubicBezTo>
                <a:cubicBezTo>
                  <a:pt x="193855" y="856"/>
                  <a:pt x="190998" y="14255"/>
                  <a:pt x="172689" y="14255"/>
                </a:cubicBezTo>
                <a:cubicBezTo>
                  <a:pt x="167988" y="14255"/>
                  <a:pt x="162268" y="13372"/>
                  <a:pt x="154919" y="11165"/>
                </a:cubicBezTo>
                <a:cubicBezTo>
                  <a:pt x="146746" y="8716"/>
                  <a:pt x="139552" y="7721"/>
                  <a:pt x="133072" y="7721"/>
                </a:cubicBezTo>
                <a:cubicBezTo>
                  <a:pt x="104893" y="7721"/>
                  <a:pt x="90210" y="26543"/>
                  <a:pt x="67183" y="26543"/>
                </a:cubicBezTo>
                <a:cubicBezTo>
                  <a:pt x="66131" y="26543"/>
                  <a:pt x="65061" y="26504"/>
                  <a:pt x="63971" y="26422"/>
                </a:cubicBezTo>
                <a:cubicBezTo>
                  <a:pt x="34457" y="24207"/>
                  <a:pt x="42828" y="9572"/>
                  <a:pt x="0" y="5305"/>
                </a:cubicBezTo>
                <a:lnTo>
                  <a:pt x="0" y="43920"/>
                </a:lnTo>
                <a:lnTo>
                  <a:pt x="264364" y="43920"/>
                </a:lnTo>
                <a:lnTo>
                  <a:pt x="264364" y="9491"/>
                </a:lnTo>
                <a:cubicBezTo>
                  <a:pt x="261782" y="9924"/>
                  <a:pt x="259493" y="10114"/>
                  <a:pt x="257424" y="10114"/>
                </a:cubicBezTo>
                <a:cubicBezTo>
                  <a:pt x="242345" y="10114"/>
                  <a:pt x="238978" y="1"/>
                  <a:pt x="21942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1" name="Google Shape;551;p41"/>
          <p:cNvSpPr/>
          <p:nvPr/>
        </p:nvSpPr>
        <p:spPr>
          <a:xfrm rot="5772258">
            <a:off x="7200936" y="-653045"/>
            <a:ext cx="2023504" cy="1935148"/>
          </a:xfrm>
          <a:custGeom>
            <a:avLst/>
            <a:gdLst/>
            <a:ahLst/>
            <a:cxnLst/>
            <a:rect l="l" t="t" r="r" b="b"/>
            <a:pathLst>
              <a:path w="184937" h="139852" extrusionOk="0">
                <a:moveTo>
                  <a:pt x="59024" y="1"/>
                </a:moveTo>
                <a:cubicBezTo>
                  <a:pt x="37702" y="1"/>
                  <a:pt x="17942" y="12858"/>
                  <a:pt x="11925" y="32587"/>
                </a:cubicBezTo>
                <a:cubicBezTo>
                  <a:pt x="1" y="71595"/>
                  <a:pt x="35681" y="113191"/>
                  <a:pt x="79310" y="130384"/>
                </a:cubicBezTo>
                <a:cubicBezTo>
                  <a:pt x="95983" y="136984"/>
                  <a:pt x="112612" y="139851"/>
                  <a:pt x="127490" y="139851"/>
                </a:cubicBezTo>
                <a:cubicBezTo>
                  <a:pt x="160532" y="139851"/>
                  <a:pt x="184937" y="125708"/>
                  <a:pt x="182005" y="106905"/>
                </a:cubicBezTo>
                <a:cubicBezTo>
                  <a:pt x="175997" y="67251"/>
                  <a:pt x="140409" y="105334"/>
                  <a:pt x="114805" y="42848"/>
                </a:cubicBezTo>
                <a:cubicBezTo>
                  <a:pt x="102395" y="12395"/>
                  <a:pt x="79957" y="1"/>
                  <a:pt x="5902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2" name="Google Shape;552;p41"/>
          <p:cNvSpPr/>
          <p:nvPr/>
        </p:nvSpPr>
        <p:spPr>
          <a:xfrm rot="707044">
            <a:off x="5289054" y="-380400"/>
            <a:ext cx="4307387" cy="1170580"/>
          </a:xfrm>
          <a:custGeom>
            <a:avLst/>
            <a:gdLst/>
            <a:ahLst/>
            <a:cxnLst/>
            <a:rect l="l" t="t" r="r" b="b"/>
            <a:pathLst>
              <a:path w="264364" h="48804" extrusionOk="0">
                <a:moveTo>
                  <a:pt x="0" y="1"/>
                </a:moveTo>
                <a:lnTo>
                  <a:pt x="0" y="34052"/>
                </a:lnTo>
                <a:cubicBezTo>
                  <a:pt x="3219" y="35165"/>
                  <a:pt x="6028" y="35625"/>
                  <a:pt x="8547" y="35625"/>
                </a:cubicBezTo>
                <a:cubicBezTo>
                  <a:pt x="20567" y="35625"/>
                  <a:pt x="25980" y="25146"/>
                  <a:pt x="37813" y="25146"/>
                </a:cubicBezTo>
                <a:cubicBezTo>
                  <a:pt x="42388" y="25146"/>
                  <a:pt x="47922" y="26712"/>
                  <a:pt x="55168" y="31055"/>
                </a:cubicBezTo>
                <a:cubicBezTo>
                  <a:pt x="70462" y="40234"/>
                  <a:pt x="80176" y="48502"/>
                  <a:pt x="91777" y="48502"/>
                </a:cubicBezTo>
                <a:cubicBezTo>
                  <a:pt x="98366" y="48502"/>
                  <a:pt x="105563" y="45836"/>
                  <a:pt x="114738" y="39155"/>
                </a:cubicBezTo>
                <a:cubicBezTo>
                  <a:pt x="122916" y="33205"/>
                  <a:pt x="129075" y="31386"/>
                  <a:pt x="134351" y="31386"/>
                </a:cubicBezTo>
                <a:cubicBezTo>
                  <a:pt x="142654" y="31386"/>
                  <a:pt x="148772" y="35892"/>
                  <a:pt x="157136" y="35892"/>
                </a:cubicBezTo>
                <a:cubicBezTo>
                  <a:pt x="163427" y="35892"/>
                  <a:pt x="170988" y="33343"/>
                  <a:pt x="181706" y="24412"/>
                </a:cubicBezTo>
                <a:cubicBezTo>
                  <a:pt x="184794" y="21838"/>
                  <a:pt x="187774" y="20762"/>
                  <a:pt x="190680" y="20762"/>
                </a:cubicBezTo>
                <a:cubicBezTo>
                  <a:pt x="205031" y="20762"/>
                  <a:pt x="217584" y="46994"/>
                  <a:pt x="232473" y="48634"/>
                </a:cubicBezTo>
                <a:cubicBezTo>
                  <a:pt x="233525" y="48749"/>
                  <a:pt x="234513" y="48803"/>
                  <a:pt x="235446" y="48803"/>
                </a:cubicBezTo>
                <a:cubicBezTo>
                  <a:pt x="246713" y="48803"/>
                  <a:pt x="250150" y="40916"/>
                  <a:pt x="264364" y="38048"/>
                </a:cubicBezTo>
                <a:lnTo>
                  <a:pt x="26436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3" name="Google Shape;553;p41"/>
          <p:cNvSpPr/>
          <p:nvPr/>
        </p:nvSpPr>
        <p:spPr>
          <a:xfrm>
            <a:off x="5289100" y="-380553"/>
            <a:ext cx="4306711" cy="1283653"/>
          </a:xfrm>
          <a:custGeom>
            <a:avLst/>
            <a:gdLst/>
            <a:ahLst/>
            <a:cxnLst/>
            <a:rect l="l" t="t" r="r" b="b"/>
            <a:pathLst>
              <a:path w="264337" h="53519" extrusionOk="0">
                <a:moveTo>
                  <a:pt x="0" y="0"/>
                </a:moveTo>
                <a:lnTo>
                  <a:pt x="0" y="15527"/>
                </a:lnTo>
                <a:cubicBezTo>
                  <a:pt x="1926" y="15152"/>
                  <a:pt x="3735" y="14976"/>
                  <a:pt x="5438" y="14976"/>
                </a:cubicBezTo>
                <a:cubicBezTo>
                  <a:pt x="30663" y="14976"/>
                  <a:pt x="32875" y="53519"/>
                  <a:pt x="53900" y="53519"/>
                </a:cubicBezTo>
                <a:cubicBezTo>
                  <a:pt x="54445" y="53519"/>
                  <a:pt x="55002" y="53493"/>
                  <a:pt x="55573" y="53440"/>
                </a:cubicBezTo>
                <a:cubicBezTo>
                  <a:pt x="76094" y="51555"/>
                  <a:pt x="75382" y="25592"/>
                  <a:pt x="95618" y="25592"/>
                </a:cubicBezTo>
                <a:cubicBezTo>
                  <a:pt x="98284" y="25592"/>
                  <a:pt x="101312" y="26042"/>
                  <a:pt x="104800" y="27057"/>
                </a:cubicBezTo>
                <a:cubicBezTo>
                  <a:pt x="116474" y="30462"/>
                  <a:pt x="126065" y="31818"/>
                  <a:pt x="134168" y="31818"/>
                </a:cubicBezTo>
                <a:cubicBezTo>
                  <a:pt x="165913" y="31818"/>
                  <a:pt x="174833" y="11001"/>
                  <a:pt x="196809" y="11001"/>
                </a:cubicBezTo>
                <a:cubicBezTo>
                  <a:pt x="197872" y="11001"/>
                  <a:pt x="198967" y="11050"/>
                  <a:pt x="200095" y="11152"/>
                </a:cubicBezTo>
                <a:cubicBezTo>
                  <a:pt x="229610" y="13799"/>
                  <a:pt x="221509" y="30730"/>
                  <a:pt x="264337" y="35806"/>
                </a:cubicBezTo>
                <a:lnTo>
                  <a:pt x="26433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4" name="Google Shape;554;p41"/>
          <p:cNvSpPr/>
          <p:nvPr/>
        </p:nvSpPr>
        <p:spPr>
          <a:xfrm rot="855605">
            <a:off x="-610970" y="4000688"/>
            <a:ext cx="4923475" cy="1631508"/>
          </a:xfrm>
          <a:custGeom>
            <a:avLst/>
            <a:gdLst/>
            <a:ahLst/>
            <a:cxnLst/>
            <a:rect l="l" t="t" r="r" b="b"/>
            <a:pathLst>
              <a:path w="264364" h="40820" extrusionOk="0">
                <a:moveTo>
                  <a:pt x="224094" y="1"/>
                </a:moveTo>
                <a:cubicBezTo>
                  <a:pt x="221694" y="1"/>
                  <a:pt x="219079" y="167"/>
                  <a:pt x="216217" y="530"/>
                </a:cubicBezTo>
                <a:cubicBezTo>
                  <a:pt x="190574" y="3768"/>
                  <a:pt x="189388" y="22268"/>
                  <a:pt x="168921" y="22268"/>
                </a:cubicBezTo>
                <a:cubicBezTo>
                  <a:pt x="166175" y="22268"/>
                  <a:pt x="163082" y="21935"/>
                  <a:pt x="159536" y="21188"/>
                </a:cubicBezTo>
                <a:cubicBezTo>
                  <a:pt x="147862" y="18719"/>
                  <a:pt x="138271" y="17735"/>
                  <a:pt x="130168" y="17735"/>
                </a:cubicBezTo>
                <a:cubicBezTo>
                  <a:pt x="98424" y="17735"/>
                  <a:pt x="89504" y="32828"/>
                  <a:pt x="67530" y="32828"/>
                </a:cubicBezTo>
                <a:cubicBezTo>
                  <a:pt x="66466" y="32828"/>
                  <a:pt x="65371" y="32792"/>
                  <a:pt x="64241" y="32718"/>
                </a:cubicBezTo>
                <a:cubicBezTo>
                  <a:pt x="34727" y="30801"/>
                  <a:pt x="42828" y="18541"/>
                  <a:pt x="0" y="14842"/>
                </a:cubicBezTo>
                <a:lnTo>
                  <a:pt x="0" y="40819"/>
                </a:lnTo>
                <a:lnTo>
                  <a:pt x="264364" y="40819"/>
                </a:lnTo>
                <a:lnTo>
                  <a:pt x="264364" y="17785"/>
                </a:lnTo>
                <a:cubicBezTo>
                  <a:pt x="250431" y="15121"/>
                  <a:pt x="247008" y="1"/>
                  <a:pt x="22409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5" name="Google Shape;555;p41"/>
          <p:cNvSpPr/>
          <p:nvPr/>
        </p:nvSpPr>
        <p:spPr>
          <a:xfrm rot="5400000">
            <a:off x="2493669" y="4094519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41"/>
          <p:cNvSpPr/>
          <p:nvPr/>
        </p:nvSpPr>
        <p:spPr>
          <a:xfrm rot="5400000">
            <a:off x="1141481" y="3994456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41"/>
          <p:cNvSpPr/>
          <p:nvPr/>
        </p:nvSpPr>
        <p:spPr>
          <a:xfrm rot="-5400000">
            <a:off x="1836844" y="3941831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8" name="Google Shape;558;p41"/>
          <p:cNvSpPr/>
          <p:nvPr/>
        </p:nvSpPr>
        <p:spPr>
          <a:xfrm rot="5400000">
            <a:off x="485269" y="3359694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9" name="Google Shape;559;p41"/>
          <p:cNvSpPr/>
          <p:nvPr/>
        </p:nvSpPr>
        <p:spPr>
          <a:xfrm rot="5400000">
            <a:off x="7169406" y="964806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41"/>
          <p:cNvSpPr/>
          <p:nvPr/>
        </p:nvSpPr>
        <p:spPr>
          <a:xfrm rot="5400000">
            <a:off x="5817219" y="864744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41"/>
          <p:cNvSpPr/>
          <p:nvPr/>
        </p:nvSpPr>
        <p:spPr>
          <a:xfrm rot="-5400000">
            <a:off x="6512581" y="812119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2" name="Google Shape;562;p41"/>
          <p:cNvSpPr/>
          <p:nvPr/>
        </p:nvSpPr>
        <p:spPr>
          <a:xfrm rot="5400000">
            <a:off x="5161006" y="229981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CUSTOM_5"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42"/>
          <p:cNvSpPr txBox="1">
            <a:spLocks noGrp="1"/>
          </p:cNvSpPr>
          <p:nvPr>
            <p:ph type="title"/>
          </p:nvPr>
        </p:nvSpPr>
        <p:spPr>
          <a:xfrm>
            <a:off x="2141950" y="1922950"/>
            <a:ext cx="4860000" cy="8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65" name="Google Shape;565;p42"/>
          <p:cNvSpPr txBox="1">
            <a:spLocks noGrp="1"/>
          </p:cNvSpPr>
          <p:nvPr>
            <p:ph type="subTitle" idx="1"/>
          </p:nvPr>
        </p:nvSpPr>
        <p:spPr>
          <a:xfrm>
            <a:off x="2142050" y="2757125"/>
            <a:ext cx="4860000" cy="49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6" name="Google Shape;566;p42"/>
          <p:cNvSpPr/>
          <p:nvPr/>
        </p:nvSpPr>
        <p:spPr>
          <a:xfrm rot="-5400000">
            <a:off x="-1029861" y="815281"/>
            <a:ext cx="4058317" cy="1729782"/>
          </a:xfrm>
          <a:custGeom>
            <a:avLst/>
            <a:gdLst/>
            <a:ahLst/>
            <a:cxnLst/>
            <a:rect l="l" t="t" r="r" b="b"/>
            <a:pathLst>
              <a:path w="64695" h="36451" extrusionOk="0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7" name="Google Shape;567;p42"/>
          <p:cNvSpPr/>
          <p:nvPr/>
        </p:nvSpPr>
        <p:spPr>
          <a:xfrm rot="-5400000">
            <a:off x="-1888219" y="1592238"/>
            <a:ext cx="4130269" cy="1085168"/>
          </a:xfrm>
          <a:custGeom>
            <a:avLst/>
            <a:gdLst/>
            <a:ahLst/>
            <a:cxnLst/>
            <a:rect l="l" t="t" r="r" b="b"/>
            <a:pathLst>
              <a:path w="72716" h="43165" extrusionOk="0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42"/>
          <p:cNvSpPr/>
          <p:nvPr/>
        </p:nvSpPr>
        <p:spPr>
          <a:xfrm rot="5400000">
            <a:off x="387256" y="3610781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9" name="Google Shape;569;p42"/>
          <p:cNvSpPr/>
          <p:nvPr/>
        </p:nvSpPr>
        <p:spPr>
          <a:xfrm rot="5400000">
            <a:off x="603369" y="1722219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0" name="Google Shape;570;p42"/>
          <p:cNvSpPr/>
          <p:nvPr/>
        </p:nvSpPr>
        <p:spPr>
          <a:xfrm rot="5400000">
            <a:off x="-751978" y="255224"/>
            <a:ext cx="2874201" cy="1521816"/>
          </a:xfrm>
          <a:custGeom>
            <a:avLst/>
            <a:gdLst/>
            <a:ahLst/>
            <a:cxnLst/>
            <a:rect l="l" t="t" r="r" b="b"/>
            <a:pathLst>
              <a:path w="80952" h="42859" extrusionOk="0">
                <a:moveTo>
                  <a:pt x="7027" y="1"/>
                </a:moveTo>
                <a:cubicBezTo>
                  <a:pt x="6872" y="1"/>
                  <a:pt x="6717" y="3"/>
                  <a:pt x="6562" y="7"/>
                </a:cubicBezTo>
                <a:cubicBezTo>
                  <a:pt x="4866" y="30"/>
                  <a:pt x="3192" y="387"/>
                  <a:pt x="1629" y="1056"/>
                </a:cubicBezTo>
                <a:cubicBezTo>
                  <a:pt x="0" y="1793"/>
                  <a:pt x="89" y="2418"/>
                  <a:pt x="335" y="4114"/>
                </a:cubicBezTo>
                <a:cubicBezTo>
                  <a:pt x="982" y="8332"/>
                  <a:pt x="1652" y="12528"/>
                  <a:pt x="2321" y="16724"/>
                </a:cubicBezTo>
                <a:lnTo>
                  <a:pt x="4241" y="29022"/>
                </a:lnTo>
                <a:cubicBezTo>
                  <a:pt x="4866" y="32972"/>
                  <a:pt x="6160" y="37347"/>
                  <a:pt x="6160" y="41342"/>
                </a:cubicBezTo>
                <a:cubicBezTo>
                  <a:pt x="6227" y="41676"/>
                  <a:pt x="6294" y="42056"/>
                  <a:pt x="6562" y="42257"/>
                </a:cubicBezTo>
                <a:cubicBezTo>
                  <a:pt x="6776" y="42374"/>
                  <a:pt x="7008" y="42440"/>
                  <a:pt x="7256" y="42440"/>
                </a:cubicBezTo>
                <a:cubicBezTo>
                  <a:pt x="7292" y="42440"/>
                  <a:pt x="7328" y="42438"/>
                  <a:pt x="7365" y="42435"/>
                </a:cubicBezTo>
                <a:cubicBezTo>
                  <a:pt x="18275" y="42693"/>
                  <a:pt x="29189" y="42859"/>
                  <a:pt x="40102" y="42859"/>
                </a:cubicBezTo>
                <a:cubicBezTo>
                  <a:pt x="53724" y="42859"/>
                  <a:pt x="67345" y="42601"/>
                  <a:pt x="80951" y="41944"/>
                </a:cubicBezTo>
                <a:cubicBezTo>
                  <a:pt x="71220" y="38596"/>
                  <a:pt x="61154" y="36409"/>
                  <a:pt x="50910" y="35450"/>
                </a:cubicBezTo>
                <a:cubicBezTo>
                  <a:pt x="46357" y="35003"/>
                  <a:pt x="41513" y="34735"/>
                  <a:pt x="37741" y="32124"/>
                </a:cubicBezTo>
                <a:cubicBezTo>
                  <a:pt x="33880" y="29423"/>
                  <a:pt x="31939" y="24781"/>
                  <a:pt x="30443" y="20317"/>
                </a:cubicBezTo>
                <a:cubicBezTo>
                  <a:pt x="28948" y="15854"/>
                  <a:pt x="27609" y="11144"/>
                  <a:pt x="24439" y="7663"/>
                </a:cubicBezTo>
                <a:cubicBezTo>
                  <a:pt x="22676" y="5743"/>
                  <a:pt x="20422" y="4315"/>
                  <a:pt x="18123" y="3087"/>
                </a:cubicBezTo>
                <a:cubicBezTo>
                  <a:pt x="14732" y="1327"/>
                  <a:pt x="10908" y="1"/>
                  <a:pt x="70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1" name="Google Shape;571;p42"/>
          <p:cNvSpPr/>
          <p:nvPr/>
        </p:nvSpPr>
        <p:spPr>
          <a:xfrm rot="5400000">
            <a:off x="1033906" y="1143081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2" name="Google Shape;572;p42"/>
          <p:cNvSpPr/>
          <p:nvPr/>
        </p:nvSpPr>
        <p:spPr>
          <a:xfrm rot="5400000">
            <a:off x="1978444" y="20094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3" name="Google Shape;573;p42"/>
          <p:cNvSpPr/>
          <p:nvPr/>
        </p:nvSpPr>
        <p:spPr>
          <a:xfrm rot="5400000">
            <a:off x="6115544" y="2556136"/>
            <a:ext cx="4058317" cy="1729782"/>
          </a:xfrm>
          <a:custGeom>
            <a:avLst/>
            <a:gdLst/>
            <a:ahLst/>
            <a:cxnLst/>
            <a:rect l="l" t="t" r="r" b="b"/>
            <a:pathLst>
              <a:path w="64695" h="36451" extrusionOk="0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4" name="Google Shape;574;p42"/>
          <p:cNvSpPr/>
          <p:nvPr/>
        </p:nvSpPr>
        <p:spPr>
          <a:xfrm rot="5400000">
            <a:off x="6901950" y="2423794"/>
            <a:ext cx="4130269" cy="1085168"/>
          </a:xfrm>
          <a:custGeom>
            <a:avLst/>
            <a:gdLst/>
            <a:ahLst/>
            <a:cxnLst/>
            <a:rect l="l" t="t" r="r" b="b"/>
            <a:pathLst>
              <a:path w="72716" h="43165" extrusionOk="0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5" name="Google Shape;575;p42"/>
          <p:cNvSpPr/>
          <p:nvPr/>
        </p:nvSpPr>
        <p:spPr>
          <a:xfrm rot="-5400000">
            <a:off x="8658344" y="1391719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6" name="Google Shape;576;p42"/>
          <p:cNvSpPr/>
          <p:nvPr/>
        </p:nvSpPr>
        <p:spPr>
          <a:xfrm rot="-5400000">
            <a:off x="8377131" y="3215481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7" name="Google Shape;577;p42"/>
          <p:cNvSpPr/>
          <p:nvPr/>
        </p:nvSpPr>
        <p:spPr>
          <a:xfrm rot="-5400000">
            <a:off x="7021777" y="3324160"/>
            <a:ext cx="2874201" cy="1521816"/>
          </a:xfrm>
          <a:custGeom>
            <a:avLst/>
            <a:gdLst/>
            <a:ahLst/>
            <a:cxnLst/>
            <a:rect l="l" t="t" r="r" b="b"/>
            <a:pathLst>
              <a:path w="80952" h="42859" extrusionOk="0">
                <a:moveTo>
                  <a:pt x="7027" y="1"/>
                </a:moveTo>
                <a:cubicBezTo>
                  <a:pt x="6872" y="1"/>
                  <a:pt x="6717" y="3"/>
                  <a:pt x="6562" y="7"/>
                </a:cubicBezTo>
                <a:cubicBezTo>
                  <a:pt x="4866" y="30"/>
                  <a:pt x="3192" y="387"/>
                  <a:pt x="1629" y="1056"/>
                </a:cubicBezTo>
                <a:cubicBezTo>
                  <a:pt x="0" y="1793"/>
                  <a:pt x="89" y="2418"/>
                  <a:pt x="335" y="4114"/>
                </a:cubicBezTo>
                <a:cubicBezTo>
                  <a:pt x="982" y="8332"/>
                  <a:pt x="1652" y="12528"/>
                  <a:pt x="2321" y="16724"/>
                </a:cubicBezTo>
                <a:lnTo>
                  <a:pt x="4241" y="29022"/>
                </a:lnTo>
                <a:cubicBezTo>
                  <a:pt x="4866" y="32972"/>
                  <a:pt x="6160" y="37347"/>
                  <a:pt x="6160" y="41342"/>
                </a:cubicBezTo>
                <a:cubicBezTo>
                  <a:pt x="6227" y="41676"/>
                  <a:pt x="6294" y="42056"/>
                  <a:pt x="6562" y="42257"/>
                </a:cubicBezTo>
                <a:cubicBezTo>
                  <a:pt x="6776" y="42374"/>
                  <a:pt x="7008" y="42440"/>
                  <a:pt x="7256" y="42440"/>
                </a:cubicBezTo>
                <a:cubicBezTo>
                  <a:pt x="7292" y="42440"/>
                  <a:pt x="7328" y="42438"/>
                  <a:pt x="7365" y="42435"/>
                </a:cubicBezTo>
                <a:cubicBezTo>
                  <a:pt x="18275" y="42693"/>
                  <a:pt x="29189" y="42859"/>
                  <a:pt x="40102" y="42859"/>
                </a:cubicBezTo>
                <a:cubicBezTo>
                  <a:pt x="53724" y="42859"/>
                  <a:pt x="67345" y="42601"/>
                  <a:pt x="80951" y="41944"/>
                </a:cubicBezTo>
                <a:cubicBezTo>
                  <a:pt x="71220" y="38596"/>
                  <a:pt x="61154" y="36409"/>
                  <a:pt x="50910" y="35450"/>
                </a:cubicBezTo>
                <a:cubicBezTo>
                  <a:pt x="46357" y="35003"/>
                  <a:pt x="41513" y="34735"/>
                  <a:pt x="37741" y="32124"/>
                </a:cubicBezTo>
                <a:cubicBezTo>
                  <a:pt x="33880" y="29423"/>
                  <a:pt x="31939" y="24781"/>
                  <a:pt x="30443" y="20317"/>
                </a:cubicBezTo>
                <a:cubicBezTo>
                  <a:pt x="28948" y="15854"/>
                  <a:pt x="27609" y="11144"/>
                  <a:pt x="24439" y="7663"/>
                </a:cubicBezTo>
                <a:cubicBezTo>
                  <a:pt x="22676" y="5743"/>
                  <a:pt x="20422" y="4315"/>
                  <a:pt x="18123" y="3087"/>
                </a:cubicBezTo>
                <a:cubicBezTo>
                  <a:pt x="14732" y="1327"/>
                  <a:pt x="10908" y="1"/>
                  <a:pt x="70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8" name="Google Shape;578;p42"/>
          <p:cNvSpPr/>
          <p:nvPr/>
        </p:nvSpPr>
        <p:spPr>
          <a:xfrm rot="-5400000">
            <a:off x="8011694" y="3859419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9" name="Google Shape;579;p42"/>
          <p:cNvSpPr/>
          <p:nvPr/>
        </p:nvSpPr>
        <p:spPr>
          <a:xfrm rot="-5400000">
            <a:off x="7002056" y="4917606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8">
    <p:spTree>
      <p:nvGrpSpPr>
        <p:cNvPr id="1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48"/>
          <p:cNvSpPr txBox="1">
            <a:spLocks noGrp="1"/>
          </p:cNvSpPr>
          <p:nvPr>
            <p:ph type="title"/>
          </p:nvPr>
        </p:nvSpPr>
        <p:spPr>
          <a:xfrm flipH="1">
            <a:off x="959002" y="2019725"/>
            <a:ext cx="3931200" cy="6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9pPr>
          </a:lstStyle>
          <a:p>
            <a:endParaRPr/>
          </a:p>
        </p:txBody>
      </p:sp>
      <p:sp>
        <p:nvSpPr>
          <p:cNvPr id="706" name="Google Shape;706;p48"/>
          <p:cNvSpPr txBox="1">
            <a:spLocks noGrp="1"/>
          </p:cNvSpPr>
          <p:nvPr>
            <p:ph type="subTitle" idx="1"/>
          </p:nvPr>
        </p:nvSpPr>
        <p:spPr>
          <a:xfrm flipH="1">
            <a:off x="959090" y="2565775"/>
            <a:ext cx="2998800" cy="55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Josefin Sans"/>
              <a:buNone/>
              <a:defRPr sz="15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7" name="Google Shape;707;p48"/>
          <p:cNvSpPr/>
          <p:nvPr/>
        </p:nvSpPr>
        <p:spPr>
          <a:xfrm rot="-132439" flipH="1">
            <a:off x="305871" y="-39916"/>
            <a:ext cx="4818716" cy="780968"/>
          </a:xfrm>
          <a:custGeom>
            <a:avLst/>
            <a:gdLst/>
            <a:ahLst/>
            <a:cxnLst/>
            <a:rect l="l" t="t" r="r" b="b"/>
            <a:pathLst>
              <a:path w="79484" h="14785" extrusionOk="0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8" name="Google Shape;708;p48"/>
          <p:cNvSpPr/>
          <p:nvPr/>
        </p:nvSpPr>
        <p:spPr>
          <a:xfrm flipH="1">
            <a:off x="402459" y="-132676"/>
            <a:ext cx="2393629" cy="966464"/>
          </a:xfrm>
          <a:custGeom>
            <a:avLst/>
            <a:gdLst/>
            <a:ahLst/>
            <a:cxnLst/>
            <a:rect l="l" t="t" r="r" b="b"/>
            <a:pathLst>
              <a:path w="72716" h="43165" extrusionOk="0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9" name="Google Shape;709;p48"/>
          <p:cNvSpPr/>
          <p:nvPr/>
        </p:nvSpPr>
        <p:spPr>
          <a:xfrm rot="10800000" flipH="1">
            <a:off x="-272112" y="-10878"/>
            <a:ext cx="2096898" cy="989152"/>
          </a:xfrm>
          <a:custGeom>
            <a:avLst/>
            <a:gdLst/>
            <a:ahLst/>
            <a:cxnLst/>
            <a:rect l="l" t="t" r="r" b="b"/>
            <a:pathLst>
              <a:path w="143993" h="61524" extrusionOk="0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0" name="Google Shape;710;p48"/>
          <p:cNvSpPr/>
          <p:nvPr/>
        </p:nvSpPr>
        <p:spPr>
          <a:xfrm rot="10800000" flipH="1">
            <a:off x="402451" y="1086487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1" name="Google Shape;711;p48"/>
          <p:cNvSpPr/>
          <p:nvPr/>
        </p:nvSpPr>
        <p:spPr>
          <a:xfrm rot="10800000" flipH="1">
            <a:off x="1153051" y="648062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2" name="Google Shape;712;p48"/>
          <p:cNvSpPr/>
          <p:nvPr/>
        </p:nvSpPr>
        <p:spPr>
          <a:xfrm rot="10800000" flipH="1">
            <a:off x="2859751" y="301212"/>
            <a:ext cx="98400" cy="98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3" name="Google Shape;713;p48"/>
          <p:cNvSpPr/>
          <p:nvPr/>
        </p:nvSpPr>
        <p:spPr>
          <a:xfrm rot="-10667561">
            <a:off x="305871" y="4393835"/>
            <a:ext cx="4818716" cy="780968"/>
          </a:xfrm>
          <a:custGeom>
            <a:avLst/>
            <a:gdLst/>
            <a:ahLst/>
            <a:cxnLst/>
            <a:rect l="l" t="t" r="r" b="b"/>
            <a:pathLst>
              <a:path w="79484" h="14785" extrusionOk="0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4" name="Google Shape;714;p48"/>
          <p:cNvSpPr/>
          <p:nvPr/>
        </p:nvSpPr>
        <p:spPr>
          <a:xfrm rot="10800000">
            <a:off x="402459" y="4301097"/>
            <a:ext cx="2393629" cy="966464"/>
          </a:xfrm>
          <a:custGeom>
            <a:avLst/>
            <a:gdLst/>
            <a:ahLst/>
            <a:cxnLst/>
            <a:rect l="l" t="t" r="r" b="b"/>
            <a:pathLst>
              <a:path w="72716" h="43165" extrusionOk="0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5" name="Google Shape;715;p48"/>
          <p:cNvSpPr/>
          <p:nvPr/>
        </p:nvSpPr>
        <p:spPr>
          <a:xfrm>
            <a:off x="-272112" y="4156612"/>
            <a:ext cx="2096898" cy="989152"/>
          </a:xfrm>
          <a:custGeom>
            <a:avLst/>
            <a:gdLst/>
            <a:ahLst/>
            <a:cxnLst/>
            <a:rect l="l" t="t" r="r" b="b"/>
            <a:pathLst>
              <a:path w="143993" h="61524" extrusionOk="0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6" name="Google Shape;716;p48"/>
          <p:cNvSpPr/>
          <p:nvPr/>
        </p:nvSpPr>
        <p:spPr>
          <a:xfrm>
            <a:off x="402451" y="3949699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7" name="Google Shape;717;p48"/>
          <p:cNvSpPr/>
          <p:nvPr/>
        </p:nvSpPr>
        <p:spPr>
          <a:xfrm>
            <a:off x="1153051" y="4388124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8" name="Google Shape;718;p48"/>
          <p:cNvSpPr/>
          <p:nvPr/>
        </p:nvSpPr>
        <p:spPr>
          <a:xfrm>
            <a:off x="2859751" y="4734974"/>
            <a:ext cx="98400" cy="98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9" name="Google Shape;719;p48"/>
          <p:cNvSpPr/>
          <p:nvPr/>
        </p:nvSpPr>
        <p:spPr>
          <a:xfrm>
            <a:off x="5246676" y="4818274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0" name="Google Shape;720;p48"/>
          <p:cNvSpPr/>
          <p:nvPr/>
        </p:nvSpPr>
        <p:spPr>
          <a:xfrm rot="10800000" flipH="1">
            <a:off x="5246676" y="153112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24">
    <p:spTree>
      <p:nvGrpSpPr>
        <p:cNvPr id="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49"/>
          <p:cNvSpPr txBox="1">
            <a:spLocks noGrp="1"/>
          </p:cNvSpPr>
          <p:nvPr>
            <p:ph type="title"/>
          </p:nvPr>
        </p:nvSpPr>
        <p:spPr>
          <a:xfrm flipH="1">
            <a:off x="1031425" y="1334306"/>
            <a:ext cx="3201000" cy="129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23" name="Google Shape;723;p49"/>
          <p:cNvSpPr txBox="1">
            <a:spLocks noGrp="1"/>
          </p:cNvSpPr>
          <p:nvPr>
            <p:ph type="subTitle" idx="1"/>
          </p:nvPr>
        </p:nvSpPr>
        <p:spPr>
          <a:xfrm flipH="1">
            <a:off x="1212018" y="2794294"/>
            <a:ext cx="3020400" cy="116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4" name="Google Shape;724;p49"/>
          <p:cNvSpPr/>
          <p:nvPr/>
        </p:nvSpPr>
        <p:spPr>
          <a:xfrm>
            <a:off x="0" y="0"/>
            <a:ext cx="444900" cy="444900"/>
          </a:xfrm>
          <a:prstGeom prst="ellipse">
            <a:avLst/>
          </a:prstGeom>
          <a:solidFill>
            <a:srgbClr val="FF00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5" name="Google Shape;725;p49"/>
          <p:cNvSpPr/>
          <p:nvPr/>
        </p:nvSpPr>
        <p:spPr>
          <a:xfrm rot="-9281215">
            <a:off x="165301" y="4203731"/>
            <a:ext cx="2228124" cy="918929"/>
          </a:xfrm>
          <a:custGeom>
            <a:avLst/>
            <a:gdLst/>
            <a:ahLst/>
            <a:cxnLst/>
            <a:rect l="l" t="t" r="r" b="b"/>
            <a:pathLst>
              <a:path w="246008" h="61867" extrusionOk="0">
                <a:moveTo>
                  <a:pt x="1" y="0"/>
                </a:moveTo>
                <a:cubicBezTo>
                  <a:pt x="1" y="0"/>
                  <a:pt x="3900" y="44992"/>
                  <a:pt x="39194" y="57840"/>
                </a:cubicBezTo>
                <a:cubicBezTo>
                  <a:pt x="46974" y="60669"/>
                  <a:pt x="53930" y="61867"/>
                  <a:pt x="60240" y="61867"/>
                </a:cubicBezTo>
                <a:cubicBezTo>
                  <a:pt x="95172" y="61867"/>
                  <a:pt x="110319" y="25159"/>
                  <a:pt x="135837" y="25159"/>
                </a:cubicBezTo>
                <a:cubicBezTo>
                  <a:pt x="138295" y="25159"/>
                  <a:pt x="140849" y="25499"/>
                  <a:pt x="143526" y="26246"/>
                </a:cubicBezTo>
                <a:cubicBezTo>
                  <a:pt x="159260" y="30639"/>
                  <a:pt x="172714" y="32419"/>
                  <a:pt x="184185" y="32419"/>
                </a:cubicBezTo>
                <a:cubicBezTo>
                  <a:pt x="233145" y="32419"/>
                  <a:pt x="246008" y="0"/>
                  <a:pt x="24600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6" name="Google Shape;726;p49"/>
          <p:cNvSpPr/>
          <p:nvPr/>
        </p:nvSpPr>
        <p:spPr>
          <a:xfrm rot="-9280772">
            <a:off x="-445297" y="4396562"/>
            <a:ext cx="3782980" cy="1428824"/>
          </a:xfrm>
          <a:custGeom>
            <a:avLst/>
            <a:gdLst/>
            <a:ahLst/>
            <a:cxnLst/>
            <a:rect l="l" t="t" r="r" b="b"/>
            <a:pathLst>
              <a:path w="264364" h="61984" extrusionOk="0">
                <a:moveTo>
                  <a:pt x="0" y="0"/>
                </a:moveTo>
                <a:lnTo>
                  <a:pt x="0" y="60406"/>
                </a:lnTo>
                <a:cubicBezTo>
                  <a:pt x="2845" y="61497"/>
                  <a:pt x="5907" y="61983"/>
                  <a:pt x="9094" y="61983"/>
                </a:cubicBezTo>
                <a:cubicBezTo>
                  <a:pt x="26664" y="61983"/>
                  <a:pt x="48053" y="47209"/>
                  <a:pt x="57950" y="37427"/>
                </a:cubicBezTo>
                <a:cubicBezTo>
                  <a:pt x="64434" y="31013"/>
                  <a:pt x="70724" y="28611"/>
                  <a:pt x="76592" y="28611"/>
                </a:cubicBezTo>
                <a:cubicBezTo>
                  <a:pt x="86364" y="28611"/>
                  <a:pt x="94966" y="35275"/>
                  <a:pt x="101344" y="41180"/>
                </a:cubicBezTo>
                <a:cubicBezTo>
                  <a:pt x="109706" y="48911"/>
                  <a:pt x="119411" y="51657"/>
                  <a:pt x="128732" y="51657"/>
                </a:cubicBezTo>
                <a:cubicBezTo>
                  <a:pt x="140963" y="51657"/>
                  <a:pt x="152533" y="46928"/>
                  <a:pt x="159536" y="42530"/>
                </a:cubicBezTo>
                <a:cubicBezTo>
                  <a:pt x="163971" y="39737"/>
                  <a:pt x="167611" y="38614"/>
                  <a:pt x="170732" y="38614"/>
                </a:cubicBezTo>
                <a:cubicBezTo>
                  <a:pt x="183490" y="38614"/>
                  <a:pt x="187572" y="57371"/>
                  <a:pt x="201829" y="57371"/>
                </a:cubicBezTo>
                <a:cubicBezTo>
                  <a:pt x="204682" y="57371"/>
                  <a:pt x="207942" y="56619"/>
                  <a:pt x="211761" y="54817"/>
                </a:cubicBezTo>
                <a:cubicBezTo>
                  <a:pt x="216023" y="52806"/>
                  <a:pt x="220035" y="52096"/>
                  <a:pt x="223864" y="52096"/>
                </a:cubicBezTo>
                <a:cubicBezTo>
                  <a:pt x="233065" y="52096"/>
                  <a:pt x="241204" y="56197"/>
                  <a:pt x="249202" y="56197"/>
                </a:cubicBezTo>
                <a:cubicBezTo>
                  <a:pt x="254235" y="56197"/>
                  <a:pt x="259212" y="54573"/>
                  <a:pt x="264364" y="49281"/>
                </a:cubicBezTo>
                <a:lnTo>
                  <a:pt x="26436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7" name="Google Shape;727;p49"/>
          <p:cNvSpPr/>
          <p:nvPr/>
        </p:nvSpPr>
        <p:spPr>
          <a:xfrm rot="-9281383" flipH="1">
            <a:off x="-921562" y="3898835"/>
            <a:ext cx="4264746" cy="1843807"/>
          </a:xfrm>
          <a:custGeom>
            <a:avLst/>
            <a:gdLst/>
            <a:ahLst/>
            <a:cxnLst/>
            <a:rect l="l" t="t" r="r" b="b"/>
            <a:pathLst>
              <a:path w="264337" h="53519" extrusionOk="0">
                <a:moveTo>
                  <a:pt x="0" y="0"/>
                </a:moveTo>
                <a:lnTo>
                  <a:pt x="0" y="15527"/>
                </a:lnTo>
                <a:cubicBezTo>
                  <a:pt x="1926" y="15152"/>
                  <a:pt x="3735" y="14976"/>
                  <a:pt x="5438" y="14976"/>
                </a:cubicBezTo>
                <a:cubicBezTo>
                  <a:pt x="30663" y="14976"/>
                  <a:pt x="32875" y="53519"/>
                  <a:pt x="53900" y="53519"/>
                </a:cubicBezTo>
                <a:cubicBezTo>
                  <a:pt x="54445" y="53519"/>
                  <a:pt x="55002" y="53493"/>
                  <a:pt x="55573" y="53440"/>
                </a:cubicBezTo>
                <a:cubicBezTo>
                  <a:pt x="76094" y="51555"/>
                  <a:pt x="75382" y="25592"/>
                  <a:pt x="95618" y="25592"/>
                </a:cubicBezTo>
                <a:cubicBezTo>
                  <a:pt x="98284" y="25592"/>
                  <a:pt x="101312" y="26042"/>
                  <a:pt x="104800" y="27057"/>
                </a:cubicBezTo>
                <a:cubicBezTo>
                  <a:pt x="116474" y="30462"/>
                  <a:pt x="126065" y="31818"/>
                  <a:pt x="134168" y="31818"/>
                </a:cubicBezTo>
                <a:cubicBezTo>
                  <a:pt x="165913" y="31818"/>
                  <a:pt x="174833" y="11001"/>
                  <a:pt x="196809" y="11001"/>
                </a:cubicBezTo>
                <a:cubicBezTo>
                  <a:pt x="197872" y="11001"/>
                  <a:pt x="198967" y="11050"/>
                  <a:pt x="200095" y="11152"/>
                </a:cubicBezTo>
                <a:cubicBezTo>
                  <a:pt x="229610" y="13799"/>
                  <a:pt x="221509" y="30730"/>
                  <a:pt x="264337" y="35806"/>
                </a:cubicBezTo>
                <a:lnTo>
                  <a:pt x="26433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8" name="Google Shape;728;p49"/>
          <p:cNvSpPr/>
          <p:nvPr/>
        </p:nvSpPr>
        <p:spPr>
          <a:xfrm rot="10800000" flipH="1">
            <a:off x="-670603" y="7"/>
            <a:ext cx="2443246" cy="939991"/>
          </a:xfrm>
          <a:custGeom>
            <a:avLst/>
            <a:gdLst/>
            <a:ahLst/>
            <a:cxnLst/>
            <a:rect l="l" t="t" r="r" b="b"/>
            <a:pathLst>
              <a:path w="283357" h="76391" extrusionOk="0">
                <a:moveTo>
                  <a:pt x="0" y="76391"/>
                </a:moveTo>
                <a:cubicBezTo>
                  <a:pt x="0" y="76391"/>
                  <a:pt x="7446" y="11303"/>
                  <a:pt x="69809" y="27459"/>
                </a:cubicBezTo>
                <a:cubicBezTo>
                  <a:pt x="163419" y="51659"/>
                  <a:pt x="141479" y="1"/>
                  <a:pt x="215011" y="3524"/>
                </a:cubicBezTo>
                <a:cubicBezTo>
                  <a:pt x="283357" y="6716"/>
                  <a:pt x="283024" y="76391"/>
                  <a:pt x="283024" y="7639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9" name="Google Shape;729;p49"/>
          <p:cNvSpPr/>
          <p:nvPr/>
        </p:nvSpPr>
        <p:spPr>
          <a:xfrm rot="9367883">
            <a:off x="-937053" y="-338044"/>
            <a:ext cx="3153951" cy="1121150"/>
          </a:xfrm>
          <a:custGeom>
            <a:avLst/>
            <a:gdLst/>
            <a:ahLst/>
            <a:cxnLst/>
            <a:rect l="l" t="t" r="r" b="b"/>
            <a:pathLst>
              <a:path w="264364" h="43920" extrusionOk="0">
                <a:moveTo>
                  <a:pt x="219423" y="1"/>
                </a:moveTo>
                <a:cubicBezTo>
                  <a:pt x="218735" y="1"/>
                  <a:pt x="218026" y="14"/>
                  <a:pt x="217297" y="39"/>
                </a:cubicBezTo>
                <a:cubicBezTo>
                  <a:pt x="193855" y="856"/>
                  <a:pt x="190998" y="14255"/>
                  <a:pt x="172689" y="14255"/>
                </a:cubicBezTo>
                <a:cubicBezTo>
                  <a:pt x="167988" y="14255"/>
                  <a:pt x="162268" y="13372"/>
                  <a:pt x="154919" y="11165"/>
                </a:cubicBezTo>
                <a:cubicBezTo>
                  <a:pt x="146746" y="8716"/>
                  <a:pt x="139552" y="7721"/>
                  <a:pt x="133072" y="7721"/>
                </a:cubicBezTo>
                <a:cubicBezTo>
                  <a:pt x="104893" y="7721"/>
                  <a:pt x="90210" y="26543"/>
                  <a:pt x="67183" y="26543"/>
                </a:cubicBezTo>
                <a:cubicBezTo>
                  <a:pt x="66131" y="26543"/>
                  <a:pt x="65061" y="26504"/>
                  <a:pt x="63971" y="26422"/>
                </a:cubicBezTo>
                <a:cubicBezTo>
                  <a:pt x="34457" y="24207"/>
                  <a:pt x="42828" y="9572"/>
                  <a:pt x="0" y="5305"/>
                </a:cubicBezTo>
                <a:lnTo>
                  <a:pt x="0" y="43920"/>
                </a:lnTo>
                <a:lnTo>
                  <a:pt x="264364" y="43920"/>
                </a:lnTo>
                <a:lnTo>
                  <a:pt x="264364" y="9491"/>
                </a:lnTo>
                <a:cubicBezTo>
                  <a:pt x="261782" y="9924"/>
                  <a:pt x="259493" y="10114"/>
                  <a:pt x="257424" y="10114"/>
                </a:cubicBezTo>
                <a:cubicBezTo>
                  <a:pt x="242345" y="10114"/>
                  <a:pt x="238978" y="1"/>
                  <a:pt x="21942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0" name="Google Shape;730;p49"/>
          <p:cNvSpPr/>
          <p:nvPr/>
        </p:nvSpPr>
        <p:spPr>
          <a:xfrm rot="-1518617">
            <a:off x="-992817" y="-870267"/>
            <a:ext cx="4264746" cy="1843807"/>
          </a:xfrm>
          <a:custGeom>
            <a:avLst/>
            <a:gdLst/>
            <a:ahLst/>
            <a:cxnLst/>
            <a:rect l="l" t="t" r="r" b="b"/>
            <a:pathLst>
              <a:path w="264337" h="53519" extrusionOk="0">
                <a:moveTo>
                  <a:pt x="0" y="0"/>
                </a:moveTo>
                <a:lnTo>
                  <a:pt x="0" y="15527"/>
                </a:lnTo>
                <a:cubicBezTo>
                  <a:pt x="1926" y="15152"/>
                  <a:pt x="3735" y="14976"/>
                  <a:pt x="5438" y="14976"/>
                </a:cubicBezTo>
                <a:cubicBezTo>
                  <a:pt x="30663" y="14976"/>
                  <a:pt x="32875" y="53519"/>
                  <a:pt x="53900" y="53519"/>
                </a:cubicBezTo>
                <a:cubicBezTo>
                  <a:pt x="54445" y="53519"/>
                  <a:pt x="55002" y="53493"/>
                  <a:pt x="55573" y="53440"/>
                </a:cubicBezTo>
                <a:cubicBezTo>
                  <a:pt x="76094" y="51555"/>
                  <a:pt x="75382" y="25592"/>
                  <a:pt x="95618" y="25592"/>
                </a:cubicBezTo>
                <a:cubicBezTo>
                  <a:pt x="98284" y="25592"/>
                  <a:pt x="101312" y="26042"/>
                  <a:pt x="104800" y="27057"/>
                </a:cubicBezTo>
                <a:cubicBezTo>
                  <a:pt x="116474" y="30462"/>
                  <a:pt x="126065" y="31818"/>
                  <a:pt x="134168" y="31818"/>
                </a:cubicBezTo>
                <a:cubicBezTo>
                  <a:pt x="165913" y="31818"/>
                  <a:pt x="174833" y="11001"/>
                  <a:pt x="196809" y="11001"/>
                </a:cubicBezTo>
                <a:cubicBezTo>
                  <a:pt x="197872" y="11001"/>
                  <a:pt x="198967" y="11050"/>
                  <a:pt x="200095" y="11152"/>
                </a:cubicBezTo>
                <a:cubicBezTo>
                  <a:pt x="229610" y="13799"/>
                  <a:pt x="221509" y="30730"/>
                  <a:pt x="264337" y="35806"/>
                </a:cubicBezTo>
                <a:lnTo>
                  <a:pt x="26433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1" name="Google Shape;731;p49"/>
          <p:cNvSpPr/>
          <p:nvPr/>
        </p:nvSpPr>
        <p:spPr>
          <a:xfrm rot="5400000">
            <a:off x="1221931" y="975306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2" name="Google Shape;732;p49"/>
          <p:cNvSpPr/>
          <p:nvPr/>
        </p:nvSpPr>
        <p:spPr>
          <a:xfrm rot="5400000">
            <a:off x="2202194" y="4596369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3" name="Google Shape;733;p49"/>
          <p:cNvSpPr/>
          <p:nvPr/>
        </p:nvSpPr>
        <p:spPr>
          <a:xfrm rot="-5400000">
            <a:off x="565106" y="822619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4" name="Google Shape;734;p49"/>
          <p:cNvSpPr/>
          <p:nvPr/>
        </p:nvSpPr>
        <p:spPr>
          <a:xfrm rot="5400000">
            <a:off x="1545981" y="3961606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25">
    <p:spTree>
      <p:nvGrpSpPr>
        <p:cNvPr id="1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50"/>
          <p:cNvSpPr txBox="1">
            <a:spLocks noGrp="1"/>
          </p:cNvSpPr>
          <p:nvPr>
            <p:ph type="title"/>
          </p:nvPr>
        </p:nvSpPr>
        <p:spPr>
          <a:xfrm>
            <a:off x="4253800" y="2019725"/>
            <a:ext cx="3931200" cy="6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9pPr>
          </a:lstStyle>
          <a:p>
            <a:endParaRPr/>
          </a:p>
        </p:txBody>
      </p:sp>
      <p:sp>
        <p:nvSpPr>
          <p:cNvPr id="737" name="Google Shape;737;p50"/>
          <p:cNvSpPr txBox="1">
            <a:spLocks noGrp="1"/>
          </p:cNvSpPr>
          <p:nvPr>
            <p:ph type="subTitle" idx="1"/>
          </p:nvPr>
        </p:nvSpPr>
        <p:spPr>
          <a:xfrm>
            <a:off x="5186112" y="2565775"/>
            <a:ext cx="2998800" cy="55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Josefin Sans"/>
              <a:buNone/>
              <a:defRPr sz="1500"/>
            </a:lvl1pPr>
            <a:lvl2pPr lvl="1" algn="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8" name="Google Shape;738;p50"/>
          <p:cNvSpPr/>
          <p:nvPr/>
        </p:nvSpPr>
        <p:spPr>
          <a:xfrm rot="10800000">
            <a:off x="3937512" y="4410874"/>
            <a:ext cx="3936983" cy="732774"/>
          </a:xfrm>
          <a:custGeom>
            <a:avLst/>
            <a:gdLst/>
            <a:ahLst/>
            <a:cxnLst/>
            <a:rect l="l" t="t" r="r" b="b"/>
            <a:pathLst>
              <a:path w="299106" h="92815" extrusionOk="0">
                <a:moveTo>
                  <a:pt x="296744" y="0"/>
                </a:moveTo>
                <a:cubicBezTo>
                  <a:pt x="296744" y="0"/>
                  <a:pt x="299105" y="58876"/>
                  <a:pt x="213742" y="35045"/>
                </a:cubicBezTo>
                <a:cubicBezTo>
                  <a:pt x="149627" y="17191"/>
                  <a:pt x="133321" y="92815"/>
                  <a:pt x="82635" y="92815"/>
                </a:cubicBezTo>
                <a:cubicBezTo>
                  <a:pt x="45376" y="92815"/>
                  <a:pt x="1" y="70755"/>
                  <a:pt x="13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9" name="Google Shape;739;p50"/>
          <p:cNvSpPr/>
          <p:nvPr/>
        </p:nvSpPr>
        <p:spPr>
          <a:xfrm flipH="1">
            <a:off x="3939637" y="98"/>
            <a:ext cx="5126677" cy="1295929"/>
          </a:xfrm>
          <a:custGeom>
            <a:avLst/>
            <a:gdLst/>
            <a:ahLst/>
            <a:cxnLst/>
            <a:rect l="l" t="t" r="r" b="b"/>
            <a:pathLst>
              <a:path w="299106" h="92815" extrusionOk="0">
                <a:moveTo>
                  <a:pt x="296744" y="0"/>
                </a:moveTo>
                <a:cubicBezTo>
                  <a:pt x="296744" y="0"/>
                  <a:pt x="299105" y="58876"/>
                  <a:pt x="213742" y="35045"/>
                </a:cubicBezTo>
                <a:cubicBezTo>
                  <a:pt x="149627" y="17191"/>
                  <a:pt x="133321" y="92815"/>
                  <a:pt x="82635" y="92815"/>
                </a:cubicBezTo>
                <a:cubicBezTo>
                  <a:pt x="45376" y="92815"/>
                  <a:pt x="1" y="70755"/>
                  <a:pt x="13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0" name="Google Shape;740;p50"/>
          <p:cNvSpPr/>
          <p:nvPr/>
        </p:nvSpPr>
        <p:spPr>
          <a:xfrm rot="10800000" flipH="1">
            <a:off x="4720014" y="4141676"/>
            <a:ext cx="5735030" cy="1001972"/>
          </a:xfrm>
          <a:custGeom>
            <a:avLst/>
            <a:gdLst/>
            <a:ahLst/>
            <a:cxnLst/>
            <a:rect l="l" t="t" r="r" b="b"/>
            <a:pathLst>
              <a:path w="295582" h="107710" extrusionOk="0">
                <a:moveTo>
                  <a:pt x="3890" y="648"/>
                </a:moveTo>
                <a:cubicBezTo>
                  <a:pt x="3890" y="648"/>
                  <a:pt x="1" y="60607"/>
                  <a:pt x="64065" y="49263"/>
                </a:cubicBezTo>
                <a:cubicBezTo>
                  <a:pt x="132883" y="37164"/>
                  <a:pt x="123484" y="107710"/>
                  <a:pt x="183551" y="107710"/>
                </a:cubicBezTo>
                <a:cubicBezTo>
                  <a:pt x="232814" y="107710"/>
                  <a:pt x="209155" y="40513"/>
                  <a:pt x="252368" y="34787"/>
                </a:cubicBezTo>
                <a:cubicBezTo>
                  <a:pt x="295582" y="29061"/>
                  <a:pt x="285751" y="0"/>
                  <a:pt x="28575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1" name="Google Shape;741;p50"/>
          <p:cNvSpPr/>
          <p:nvPr/>
        </p:nvSpPr>
        <p:spPr>
          <a:xfrm rot="10800000" flipH="1">
            <a:off x="5013459" y="204"/>
            <a:ext cx="4130832" cy="1472837"/>
          </a:xfrm>
          <a:custGeom>
            <a:avLst/>
            <a:gdLst/>
            <a:ahLst/>
            <a:cxnLst/>
            <a:rect l="l" t="t" r="r" b="b"/>
            <a:pathLst>
              <a:path w="285673" h="154588" extrusionOk="0">
                <a:moveTo>
                  <a:pt x="2715" y="154588"/>
                </a:moveTo>
                <a:cubicBezTo>
                  <a:pt x="2715" y="154588"/>
                  <a:pt x="0" y="113633"/>
                  <a:pt x="45298" y="113633"/>
                </a:cubicBezTo>
                <a:cubicBezTo>
                  <a:pt x="90596" y="113633"/>
                  <a:pt x="125888" y="112160"/>
                  <a:pt x="135972" y="50651"/>
                </a:cubicBezTo>
                <a:cubicBezTo>
                  <a:pt x="144194" y="621"/>
                  <a:pt x="221914" y="1"/>
                  <a:pt x="238978" y="40955"/>
                </a:cubicBezTo>
                <a:cubicBezTo>
                  <a:pt x="255965" y="81987"/>
                  <a:pt x="285673" y="81987"/>
                  <a:pt x="285673" y="81987"/>
                </a:cubicBezTo>
                <a:lnTo>
                  <a:pt x="285673" y="15458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2" name="Google Shape;742;p50"/>
          <p:cNvSpPr/>
          <p:nvPr/>
        </p:nvSpPr>
        <p:spPr>
          <a:xfrm rot="10800000">
            <a:off x="5628786" y="490"/>
            <a:ext cx="3515148" cy="1472658"/>
          </a:xfrm>
          <a:custGeom>
            <a:avLst/>
            <a:gdLst/>
            <a:ahLst/>
            <a:cxnLst/>
            <a:rect l="l" t="t" r="r" b="b"/>
            <a:pathLst>
              <a:path w="305002" h="196093" extrusionOk="0">
                <a:moveTo>
                  <a:pt x="0" y="27686"/>
                </a:moveTo>
                <a:cubicBezTo>
                  <a:pt x="0" y="27686"/>
                  <a:pt x="68206" y="0"/>
                  <a:pt x="88558" y="59039"/>
                </a:cubicBezTo>
                <a:cubicBezTo>
                  <a:pt x="108910" y="118077"/>
                  <a:pt x="211769" y="29244"/>
                  <a:pt x="211769" y="120186"/>
                </a:cubicBezTo>
                <a:cubicBezTo>
                  <a:pt x="211769" y="172257"/>
                  <a:pt x="305002" y="135404"/>
                  <a:pt x="280800" y="196092"/>
                </a:cubicBezTo>
                <a:lnTo>
                  <a:pt x="0" y="196092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3" name="Google Shape;743;p50"/>
          <p:cNvSpPr/>
          <p:nvPr/>
        </p:nvSpPr>
        <p:spPr>
          <a:xfrm rot="10800000">
            <a:off x="5220582" y="4263470"/>
            <a:ext cx="3937105" cy="880179"/>
          </a:xfrm>
          <a:custGeom>
            <a:avLst/>
            <a:gdLst/>
            <a:ahLst/>
            <a:cxnLst/>
            <a:rect l="l" t="t" r="r" b="b"/>
            <a:pathLst>
              <a:path w="294198" h="130204" extrusionOk="0">
                <a:moveTo>
                  <a:pt x="283570" y="0"/>
                </a:moveTo>
                <a:cubicBezTo>
                  <a:pt x="283570" y="0"/>
                  <a:pt x="294198" y="57826"/>
                  <a:pt x="203889" y="45181"/>
                </a:cubicBezTo>
                <a:cubicBezTo>
                  <a:pt x="141812" y="36461"/>
                  <a:pt x="157999" y="89109"/>
                  <a:pt x="113581" y="109929"/>
                </a:cubicBezTo>
                <a:cubicBezTo>
                  <a:pt x="70252" y="130203"/>
                  <a:pt x="37442" y="67963"/>
                  <a:pt x="0" y="114071"/>
                </a:cubicBezTo>
                <a:lnTo>
                  <a:pt x="0" y="436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4" name="Google Shape;744;p50"/>
          <p:cNvSpPr/>
          <p:nvPr/>
        </p:nvSpPr>
        <p:spPr>
          <a:xfrm rot="5400000">
            <a:off x="6527856" y="4483306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5" name="Google Shape;745;p50"/>
          <p:cNvSpPr/>
          <p:nvPr/>
        </p:nvSpPr>
        <p:spPr>
          <a:xfrm rot="5400000">
            <a:off x="5530219" y="945244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6" name="Google Shape;746;p50"/>
          <p:cNvSpPr/>
          <p:nvPr/>
        </p:nvSpPr>
        <p:spPr>
          <a:xfrm rot="-5400000">
            <a:off x="5871031" y="4330619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7" name="Google Shape;747;p50"/>
          <p:cNvSpPr/>
          <p:nvPr/>
        </p:nvSpPr>
        <p:spPr>
          <a:xfrm rot="5400000">
            <a:off x="4874006" y="310481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26">
    <p:spTree>
      <p:nvGrpSpPr>
        <p:cNvPr id="1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51"/>
          <p:cNvSpPr txBox="1">
            <a:spLocks noGrp="1"/>
          </p:cNvSpPr>
          <p:nvPr>
            <p:ph type="title"/>
          </p:nvPr>
        </p:nvSpPr>
        <p:spPr>
          <a:xfrm flipH="1">
            <a:off x="959002" y="2019725"/>
            <a:ext cx="3931200" cy="6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9pPr>
          </a:lstStyle>
          <a:p>
            <a:endParaRPr/>
          </a:p>
        </p:txBody>
      </p:sp>
      <p:sp>
        <p:nvSpPr>
          <p:cNvPr id="750" name="Google Shape;750;p51"/>
          <p:cNvSpPr txBox="1">
            <a:spLocks noGrp="1"/>
          </p:cNvSpPr>
          <p:nvPr>
            <p:ph type="subTitle" idx="1"/>
          </p:nvPr>
        </p:nvSpPr>
        <p:spPr>
          <a:xfrm flipH="1">
            <a:off x="959090" y="2565775"/>
            <a:ext cx="2998800" cy="55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Josefin Sans"/>
              <a:buNone/>
              <a:defRPr sz="15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1" name="Google Shape;751;p51"/>
          <p:cNvSpPr/>
          <p:nvPr/>
        </p:nvSpPr>
        <p:spPr>
          <a:xfrm rot="-5911893" flipH="1">
            <a:off x="312525" y="-757650"/>
            <a:ext cx="1679785" cy="2039064"/>
          </a:xfrm>
          <a:custGeom>
            <a:avLst/>
            <a:gdLst/>
            <a:ahLst/>
            <a:cxnLst/>
            <a:rect l="l" t="t" r="r" b="b"/>
            <a:pathLst>
              <a:path w="184937" h="139852" extrusionOk="0">
                <a:moveTo>
                  <a:pt x="59024" y="1"/>
                </a:moveTo>
                <a:cubicBezTo>
                  <a:pt x="37702" y="1"/>
                  <a:pt x="17942" y="12858"/>
                  <a:pt x="11925" y="32587"/>
                </a:cubicBezTo>
                <a:cubicBezTo>
                  <a:pt x="1" y="71595"/>
                  <a:pt x="35681" y="113191"/>
                  <a:pt x="79310" y="130384"/>
                </a:cubicBezTo>
                <a:cubicBezTo>
                  <a:pt x="95983" y="136984"/>
                  <a:pt x="112612" y="139851"/>
                  <a:pt x="127490" y="139851"/>
                </a:cubicBezTo>
                <a:cubicBezTo>
                  <a:pt x="160532" y="139851"/>
                  <a:pt x="184937" y="125708"/>
                  <a:pt x="182005" y="106905"/>
                </a:cubicBezTo>
                <a:cubicBezTo>
                  <a:pt x="175997" y="67251"/>
                  <a:pt x="140409" y="105334"/>
                  <a:pt x="114805" y="42848"/>
                </a:cubicBezTo>
                <a:cubicBezTo>
                  <a:pt x="102395" y="12395"/>
                  <a:pt x="79957" y="1"/>
                  <a:pt x="5902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2" name="Google Shape;752;p51"/>
          <p:cNvSpPr/>
          <p:nvPr/>
        </p:nvSpPr>
        <p:spPr>
          <a:xfrm rot="-515846" flipH="1">
            <a:off x="-399995" y="-321140"/>
            <a:ext cx="4858752" cy="984749"/>
          </a:xfrm>
          <a:custGeom>
            <a:avLst/>
            <a:gdLst/>
            <a:ahLst/>
            <a:cxnLst/>
            <a:rect l="l" t="t" r="r" b="b"/>
            <a:pathLst>
              <a:path w="264364" h="48804" extrusionOk="0">
                <a:moveTo>
                  <a:pt x="0" y="1"/>
                </a:moveTo>
                <a:lnTo>
                  <a:pt x="0" y="34052"/>
                </a:lnTo>
                <a:cubicBezTo>
                  <a:pt x="3219" y="35165"/>
                  <a:pt x="6028" y="35625"/>
                  <a:pt x="8547" y="35625"/>
                </a:cubicBezTo>
                <a:cubicBezTo>
                  <a:pt x="20567" y="35625"/>
                  <a:pt x="25980" y="25146"/>
                  <a:pt x="37813" y="25146"/>
                </a:cubicBezTo>
                <a:cubicBezTo>
                  <a:pt x="42388" y="25146"/>
                  <a:pt x="47922" y="26712"/>
                  <a:pt x="55168" y="31055"/>
                </a:cubicBezTo>
                <a:cubicBezTo>
                  <a:pt x="70462" y="40234"/>
                  <a:pt x="80176" y="48502"/>
                  <a:pt x="91777" y="48502"/>
                </a:cubicBezTo>
                <a:cubicBezTo>
                  <a:pt x="98366" y="48502"/>
                  <a:pt x="105563" y="45836"/>
                  <a:pt x="114738" y="39155"/>
                </a:cubicBezTo>
                <a:cubicBezTo>
                  <a:pt x="122916" y="33205"/>
                  <a:pt x="129075" y="31386"/>
                  <a:pt x="134351" y="31386"/>
                </a:cubicBezTo>
                <a:cubicBezTo>
                  <a:pt x="142654" y="31386"/>
                  <a:pt x="148772" y="35892"/>
                  <a:pt x="157136" y="35892"/>
                </a:cubicBezTo>
                <a:cubicBezTo>
                  <a:pt x="163427" y="35892"/>
                  <a:pt x="170988" y="33343"/>
                  <a:pt x="181706" y="24412"/>
                </a:cubicBezTo>
                <a:cubicBezTo>
                  <a:pt x="184794" y="21838"/>
                  <a:pt x="187774" y="20762"/>
                  <a:pt x="190680" y="20762"/>
                </a:cubicBezTo>
                <a:cubicBezTo>
                  <a:pt x="205031" y="20762"/>
                  <a:pt x="217584" y="46994"/>
                  <a:pt x="232473" y="48634"/>
                </a:cubicBezTo>
                <a:cubicBezTo>
                  <a:pt x="233525" y="48749"/>
                  <a:pt x="234513" y="48803"/>
                  <a:pt x="235446" y="48803"/>
                </a:cubicBezTo>
                <a:cubicBezTo>
                  <a:pt x="246713" y="48803"/>
                  <a:pt x="250150" y="40916"/>
                  <a:pt x="264364" y="38048"/>
                </a:cubicBezTo>
                <a:lnTo>
                  <a:pt x="26436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3" name="Google Shape;753;p51"/>
          <p:cNvSpPr/>
          <p:nvPr/>
        </p:nvSpPr>
        <p:spPr>
          <a:xfrm flipH="1">
            <a:off x="-423061" y="-312190"/>
            <a:ext cx="4906095" cy="1060078"/>
          </a:xfrm>
          <a:custGeom>
            <a:avLst/>
            <a:gdLst/>
            <a:ahLst/>
            <a:cxnLst/>
            <a:rect l="l" t="t" r="r" b="b"/>
            <a:pathLst>
              <a:path w="264337" h="53519" extrusionOk="0">
                <a:moveTo>
                  <a:pt x="0" y="0"/>
                </a:moveTo>
                <a:lnTo>
                  <a:pt x="0" y="15527"/>
                </a:lnTo>
                <a:cubicBezTo>
                  <a:pt x="1926" y="15152"/>
                  <a:pt x="3735" y="14976"/>
                  <a:pt x="5438" y="14976"/>
                </a:cubicBezTo>
                <a:cubicBezTo>
                  <a:pt x="30663" y="14976"/>
                  <a:pt x="32875" y="53519"/>
                  <a:pt x="53900" y="53519"/>
                </a:cubicBezTo>
                <a:cubicBezTo>
                  <a:pt x="54445" y="53519"/>
                  <a:pt x="55002" y="53493"/>
                  <a:pt x="55573" y="53440"/>
                </a:cubicBezTo>
                <a:cubicBezTo>
                  <a:pt x="76094" y="51555"/>
                  <a:pt x="75382" y="25592"/>
                  <a:pt x="95618" y="25592"/>
                </a:cubicBezTo>
                <a:cubicBezTo>
                  <a:pt x="98284" y="25592"/>
                  <a:pt x="101312" y="26042"/>
                  <a:pt x="104800" y="27057"/>
                </a:cubicBezTo>
                <a:cubicBezTo>
                  <a:pt x="116474" y="30462"/>
                  <a:pt x="126065" y="31818"/>
                  <a:pt x="134168" y="31818"/>
                </a:cubicBezTo>
                <a:cubicBezTo>
                  <a:pt x="165913" y="31818"/>
                  <a:pt x="174833" y="11001"/>
                  <a:pt x="196809" y="11001"/>
                </a:cubicBezTo>
                <a:cubicBezTo>
                  <a:pt x="197872" y="11001"/>
                  <a:pt x="198967" y="11050"/>
                  <a:pt x="200095" y="11152"/>
                </a:cubicBezTo>
                <a:cubicBezTo>
                  <a:pt x="229610" y="13799"/>
                  <a:pt x="221509" y="30730"/>
                  <a:pt x="264337" y="35806"/>
                </a:cubicBezTo>
                <a:lnTo>
                  <a:pt x="26433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4" name="Google Shape;754;p51"/>
          <p:cNvSpPr/>
          <p:nvPr/>
        </p:nvSpPr>
        <p:spPr>
          <a:xfrm>
            <a:off x="-275372" y="4138788"/>
            <a:ext cx="3370532" cy="939991"/>
          </a:xfrm>
          <a:custGeom>
            <a:avLst/>
            <a:gdLst/>
            <a:ahLst/>
            <a:cxnLst/>
            <a:rect l="l" t="t" r="r" b="b"/>
            <a:pathLst>
              <a:path w="283357" h="76391" extrusionOk="0">
                <a:moveTo>
                  <a:pt x="0" y="76391"/>
                </a:moveTo>
                <a:cubicBezTo>
                  <a:pt x="0" y="76391"/>
                  <a:pt x="7446" y="11303"/>
                  <a:pt x="69809" y="27459"/>
                </a:cubicBezTo>
                <a:cubicBezTo>
                  <a:pt x="163419" y="51659"/>
                  <a:pt x="141479" y="1"/>
                  <a:pt x="215011" y="3524"/>
                </a:cubicBezTo>
                <a:cubicBezTo>
                  <a:pt x="283357" y="6716"/>
                  <a:pt x="283024" y="76391"/>
                  <a:pt x="283024" y="7639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5" name="Google Shape;755;p51"/>
          <p:cNvSpPr/>
          <p:nvPr/>
        </p:nvSpPr>
        <p:spPr>
          <a:xfrm rot="1067063" flipH="1">
            <a:off x="-556554" y="4319279"/>
            <a:ext cx="4178350" cy="1201199"/>
          </a:xfrm>
          <a:custGeom>
            <a:avLst/>
            <a:gdLst/>
            <a:ahLst/>
            <a:cxnLst/>
            <a:rect l="l" t="t" r="r" b="b"/>
            <a:pathLst>
              <a:path w="264364" h="43920" extrusionOk="0">
                <a:moveTo>
                  <a:pt x="219423" y="1"/>
                </a:moveTo>
                <a:cubicBezTo>
                  <a:pt x="218735" y="1"/>
                  <a:pt x="218026" y="14"/>
                  <a:pt x="217297" y="39"/>
                </a:cubicBezTo>
                <a:cubicBezTo>
                  <a:pt x="193855" y="856"/>
                  <a:pt x="190998" y="14255"/>
                  <a:pt x="172689" y="14255"/>
                </a:cubicBezTo>
                <a:cubicBezTo>
                  <a:pt x="167988" y="14255"/>
                  <a:pt x="162268" y="13372"/>
                  <a:pt x="154919" y="11165"/>
                </a:cubicBezTo>
                <a:cubicBezTo>
                  <a:pt x="146746" y="8716"/>
                  <a:pt x="139552" y="7721"/>
                  <a:pt x="133072" y="7721"/>
                </a:cubicBezTo>
                <a:cubicBezTo>
                  <a:pt x="104893" y="7721"/>
                  <a:pt x="90210" y="26543"/>
                  <a:pt x="67183" y="26543"/>
                </a:cubicBezTo>
                <a:cubicBezTo>
                  <a:pt x="66131" y="26543"/>
                  <a:pt x="65061" y="26504"/>
                  <a:pt x="63971" y="26422"/>
                </a:cubicBezTo>
                <a:cubicBezTo>
                  <a:pt x="34457" y="24207"/>
                  <a:pt x="42828" y="9572"/>
                  <a:pt x="0" y="5305"/>
                </a:cubicBezTo>
                <a:lnTo>
                  <a:pt x="0" y="43920"/>
                </a:lnTo>
                <a:lnTo>
                  <a:pt x="264364" y="43920"/>
                </a:lnTo>
                <a:lnTo>
                  <a:pt x="264364" y="9491"/>
                </a:lnTo>
                <a:cubicBezTo>
                  <a:pt x="261782" y="9924"/>
                  <a:pt x="259493" y="10114"/>
                  <a:pt x="257424" y="10114"/>
                </a:cubicBezTo>
                <a:cubicBezTo>
                  <a:pt x="242345" y="10114"/>
                  <a:pt x="238978" y="1"/>
                  <a:pt x="21942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6" name="Google Shape;756;p51"/>
          <p:cNvSpPr/>
          <p:nvPr/>
        </p:nvSpPr>
        <p:spPr>
          <a:xfrm rot="626416">
            <a:off x="-1346735" y="4226168"/>
            <a:ext cx="4901831" cy="1227025"/>
          </a:xfrm>
          <a:custGeom>
            <a:avLst/>
            <a:gdLst/>
            <a:ahLst/>
            <a:cxnLst/>
            <a:rect l="l" t="t" r="r" b="b"/>
            <a:pathLst>
              <a:path w="264364" h="40820" extrusionOk="0">
                <a:moveTo>
                  <a:pt x="224094" y="1"/>
                </a:moveTo>
                <a:cubicBezTo>
                  <a:pt x="221694" y="1"/>
                  <a:pt x="219079" y="167"/>
                  <a:pt x="216217" y="530"/>
                </a:cubicBezTo>
                <a:cubicBezTo>
                  <a:pt x="190574" y="3768"/>
                  <a:pt x="189388" y="22268"/>
                  <a:pt x="168921" y="22268"/>
                </a:cubicBezTo>
                <a:cubicBezTo>
                  <a:pt x="166175" y="22268"/>
                  <a:pt x="163082" y="21935"/>
                  <a:pt x="159536" y="21188"/>
                </a:cubicBezTo>
                <a:cubicBezTo>
                  <a:pt x="147862" y="18719"/>
                  <a:pt x="138271" y="17735"/>
                  <a:pt x="130168" y="17735"/>
                </a:cubicBezTo>
                <a:cubicBezTo>
                  <a:pt x="98424" y="17735"/>
                  <a:pt x="89504" y="32828"/>
                  <a:pt x="67530" y="32828"/>
                </a:cubicBezTo>
                <a:cubicBezTo>
                  <a:pt x="66466" y="32828"/>
                  <a:pt x="65371" y="32792"/>
                  <a:pt x="64241" y="32718"/>
                </a:cubicBezTo>
                <a:cubicBezTo>
                  <a:pt x="34727" y="30801"/>
                  <a:pt x="42828" y="18541"/>
                  <a:pt x="0" y="14842"/>
                </a:cubicBezTo>
                <a:lnTo>
                  <a:pt x="0" y="40819"/>
                </a:lnTo>
                <a:lnTo>
                  <a:pt x="264364" y="40819"/>
                </a:lnTo>
                <a:lnTo>
                  <a:pt x="264364" y="17785"/>
                </a:lnTo>
                <a:cubicBezTo>
                  <a:pt x="250431" y="15121"/>
                  <a:pt x="247008" y="1"/>
                  <a:pt x="22409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7" name="Google Shape;757;p51"/>
          <p:cNvSpPr/>
          <p:nvPr/>
        </p:nvSpPr>
        <p:spPr>
          <a:xfrm rot="5400000">
            <a:off x="2074869" y="4351506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8" name="Google Shape;758;p51"/>
          <p:cNvSpPr/>
          <p:nvPr/>
        </p:nvSpPr>
        <p:spPr>
          <a:xfrm rot="1364436">
            <a:off x="2082771" y="538417"/>
            <a:ext cx="98562" cy="9883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9" name="Google Shape;759;p51"/>
          <p:cNvSpPr/>
          <p:nvPr/>
        </p:nvSpPr>
        <p:spPr>
          <a:xfrm rot="-5400000">
            <a:off x="1418044" y="4198819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0" name="Google Shape;760;p51"/>
          <p:cNvSpPr/>
          <p:nvPr/>
        </p:nvSpPr>
        <p:spPr>
          <a:xfrm rot="1359618">
            <a:off x="1253917" y="848767"/>
            <a:ext cx="163523" cy="163523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7">
  <p:cSld name="CUSTOM_41">
    <p:spTree>
      <p:nvGrpSpPr>
        <p:cNvPr id="1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54"/>
          <p:cNvSpPr/>
          <p:nvPr/>
        </p:nvSpPr>
        <p:spPr>
          <a:xfrm rot="10800000">
            <a:off x="7300975" y="63548"/>
            <a:ext cx="2443246" cy="939991"/>
          </a:xfrm>
          <a:custGeom>
            <a:avLst/>
            <a:gdLst/>
            <a:ahLst/>
            <a:cxnLst/>
            <a:rect l="l" t="t" r="r" b="b"/>
            <a:pathLst>
              <a:path w="283357" h="76391" extrusionOk="0">
                <a:moveTo>
                  <a:pt x="0" y="76391"/>
                </a:moveTo>
                <a:cubicBezTo>
                  <a:pt x="0" y="76391"/>
                  <a:pt x="7446" y="11303"/>
                  <a:pt x="69809" y="27459"/>
                </a:cubicBezTo>
                <a:cubicBezTo>
                  <a:pt x="163419" y="51659"/>
                  <a:pt x="141479" y="1"/>
                  <a:pt x="215011" y="3524"/>
                </a:cubicBezTo>
                <a:cubicBezTo>
                  <a:pt x="283357" y="6716"/>
                  <a:pt x="283024" y="76391"/>
                  <a:pt x="283024" y="7639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9" name="Google Shape;789;p54"/>
          <p:cNvSpPr/>
          <p:nvPr/>
        </p:nvSpPr>
        <p:spPr>
          <a:xfrm rot="-9367883" flipH="1">
            <a:off x="6856721" y="-338129"/>
            <a:ext cx="3153951" cy="1121150"/>
          </a:xfrm>
          <a:custGeom>
            <a:avLst/>
            <a:gdLst/>
            <a:ahLst/>
            <a:cxnLst/>
            <a:rect l="l" t="t" r="r" b="b"/>
            <a:pathLst>
              <a:path w="264364" h="43920" extrusionOk="0">
                <a:moveTo>
                  <a:pt x="219423" y="1"/>
                </a:moveTo>
                <a:cubicBezTo>
                  <a:pt x="218735" y="1"/>
                  <a:pt x="218026" y="14"/>
                  <a:pt x="217297" y="39"/>
                </a:cubicBezTo>
                <a:cubicBezTo>
                  <a:pt x="193855" y="856"/>
                  <a:pt x="190998" y="14255"/>
                  <a:pt x="172689" y="14255"/>
                </a:cubicBezTo>
                <a:cubicBezTo>
                  <a:pt x="167988" y="14255"/>
                  <a:pt x="162268" y="13372"/>
                  <a:pt x="154919" y="11165"/>
                </a:cubicBezTo>
                <a:cubicBezTo>
                  <a:pt x="146746" y="8716"/>
                  <a:pt x="139552" y="7721"/>
                  <a:pt x="133072" y="7721"/>
                </a:cubicBezTo>
                <a:cubicBezTo>
                  <a:pt x="104893" y="7721"/>
                  <a:pt x="90210" y="26543"/>
                  <a:pt x="67183" y="26543"/>
                </a:cubicBezTo>
                <a:cubicBezTo>
                  <a:pt x="66131" y="26543"/>
                  <a:pt x="65061" y="26504"/>
                  <a:pt x="63971" y="26422"/>
                </a:cubicBezTo>
                <a:cubicBezTo>
                  <a:pt x="34457" y="24207"/>
                  <a:pt x="42828" y="9572"/>
                  <a:pt x="0" y="5305"/>
                </a:cubicBezTo>
                <a:lnTo>
                  <a:pt x="0" y="43920"/>
                </a:lnTo>
                <a:lnTo>
                  <a:pt x="264364" y="43920"/>
                </a:lnTo>
                <a:lnTo>
                  <a:pt x="264364" y="9491"/>
                </a:lnTo>
                <a:cubicBezTo>
                  <a:pt x="261782" y="9924"/>
                  <a:pt x="259493" y="10114"/>
                  <a:pt x="257424" y="10114"/>
                </a:cubicBezTo>
                <a:cubicBezTo>
                  <a:pt x="242345" y="10114"/>
                  <a:pt x="238978" y="1"/>
                  <a:pt x="21942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0" name="Google Shape;790;p54"/>
          <p:cNvSpPr/>
          <p:nvPr/>
        </p:nvSpPr>
        <p:spPr>
          <a:xfrm rot="-9944222">
            <a:off x="6941636" y="-294729"/>
            <a:ext cx="3605366" cy="1194753"/>
          </a:xfrm>
          <a:custGeom>
            <a:avLst/>
            <a:gdLst/>
            <a:ahLst/>
            <a:cxnLst/>
            <a:rect l="l" t="t" r="r" b="b"/>
            <a:pathLst>
              <a:path w="264364" h="40820" extrusionOk="0">
                <a:moveTo>
                  <a:pt x="224094" y="1"/>
                </a:moveTo>
                <a:cubicBezTo>
                  <a:pt x="221694" y="1"/>
                  <a:pt x="219079" y="167"/>
                  <a:pt x="216217" y="530"/>
                </a:cubicBezTo>
                <a:cubicBezTo>
                  <a:pt x="190574" y="3768"/>
                  <a:pt x="189388" y="22268"/>
                  <a:pt x="168921" y="22268"/>
                </a:cubicBezTo>
                <a:cubicBezTo>
                  <a:pt x="166175" y="22268"/>
                  <a:pt x="163082" y="21935"/>
                  <a:pt x="159536" y="21188"/>
                </a:cubicBezTo>
                <a:cubicBezTo>
                  <a:pt x="147862" y="18719"/>
                  <a:pt x="138271" y="17735"/>
                  <a:pt x="130168" y="17735"/>
                </a:cubicBezTo>
                <a:cubicBezTo>
                  <a:pt x="98424" y="17735"/>
                  <a:pt x="89504" y="32828"/>
                  <a:pt x="67530" y="32828"/>
                </a:cubicBezTo>
                <a:cubicBezTo>
                  <a:pt x="66466" y="32828"/>
                  <a:pt x="65371" y="32792"/>
                  <a:pt x="64241" y="32718"/>
                </a:cubicBezTo>
                <a:cubicBezTo>
                  <a:pt x="34727" y="30801"/>
                  <a:pt x="42828" y="18541"/>
                  <a:pt x="0" y="14842"/>
                </a:cubicBezTo>
                <a:lnTo>
                  <a:pt x="0" y="40819"/>
                </a:lnTo>
                <a:lnTo>
                  <a:pt x="264364" y="40819"/>
                </a:lnTo>
                <a:lnTo>
                  <a:pt x="264364" y="17785"/>
                </a:lnTo>
                <a:cubicBezTo>
                  <a:pt x="250431" y="15121"/>
                  <a:pt x="247008" y="1"/>
                  <a:pt x="22409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1" name="Google Shape;791;p54"/>
          <p:cNvSpPr/>
          <p:nvPr/>
        </p:nvSpPr>
        <p:spPr>
          <a:xfrm rot="5027361" flipH="1">
            <a:off x="7738224" y="4014283"/>
            <a:ext cx="1671004" cy="1597787"/>
          </a:xfrm>
          <a:custGeom>
            <a:avLst/>
            <a:gdLst/>
            <a:ahLst/>
            <a:cxnLst/>
            <a:rect l="l" t="t" r="r" b="b"/>
            <a:pathLst>
              <a:path w="184937" h="139852" extrusionOk="0">
                <a:moveTo>
                  <a:pt x="59024" y="1"/>
                </a:moveTo>
                <a:cubicBezTo>
                  <a:pt x="37702" y="1"/>
                  <a:pt x="17942" y="12858"/>
                  <a:pt x="11925" y="32587"/>
                </a:cubicBezTo>
                <a:cubicBezTo>
                  <a:pt x="1" y="71595"/>
                  <a:pt x="35681" y="113191"/>
                  <a:pt x="79310" y="130384"/>
                </a:cubicBezTo>
                <a:cubicBezTo>
                  <a:pt x="95983" y="136984"/>
                  <a:pt x="112612" y="139851"/>
                  <a:pt x="127490" y="139851"/>
                </a:cubicBezTo>
                <a:cubicBezTo>
                  <a:pt x="160532" y="139851"/>
                  <a:pt x="184937" y="125708"/>
                  <a:pt x="182005" y="106905"/>
                </a:cubicBezTo>
                <a:cubicBezTo>
                  <a:pt x="175997" y="67251"/>
                  <a:pt x="140409" y="105334"/>
                  <a:pt x="114805" y="42848"/>
                </a:cubicBezTo>
                <a:cubicBezTo>
                  <a:pt x="102395" y="12395"/>
                  <a:pt x="79957" y="1"/>
                  <a:pt x="5902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2" name="Google Shape;792;p54"/>
          <p:cNvSpPr/>
          <p:nvPr/>
        </p:nvSpPr>
        <p:spPr>
          <a:xfrm rot="10093095" flipH="1">
            <a:off x="6159427" y="4420485"/>
            <a:ext cx="3557278" cy="966682"/>
          </a:xfrm>
          <a:custGeom>
            <a:avLst/>
            <a:gdLst/>
            <a:ahLst/>
            <a:cxnLst/>
            <a:rect l="l" t="t" r="r" b="b"/>
            <a:pathLst>
              <a:path w="264364" h="48804" extrusionOk="0">
                <a:moveTo>
                  <a:pt x="0" y="1"/>
                </a:moveTo>
                <a:lnTo>
                  <a:pt x="0" y="34052"/>
                </a:lnTo>
                <a:cubicBezTo>
                  <a:pt x="3219" y="35165"/>
                  <a:pt x="6028" y="35625"/>
                  <a:pt x="8547" y="35625"/>
                </a:cubicBezTo>
                <a:cubicBezTo>
                  <a:pt x="20567" y="35625"/>
                  <a:pt x="25980" y="25146"/>
                  <a:pt x="37813" y="25146"/>
                </a:cubicBezTo>
                <a:cubicBezTo>
                  <a:pt x="42388" y="25146"/>
                  <a:pt x="47922" y="26712"/>
                  <a:pt x="55168" y="31055"/>
                </a:cubicBezTo>
                <a:cubicBezTo>
                  <a:pt x="70462" y="40234"/>
                  <a:pt x="80176" y="48502"/>
                  <a:pt x="91777" y="48502"/>
                </a:cubicBezTo>
                <a:cubicBezTo>
                  <a:pt x="98366" y="48502"/>
                  <a:pt x="105563" y="45836"/>
                  <a:pt x="114738" y="39155"/>
                </a:cubicBezTo>
                <a:cubicBezTo>
                  <a:pt x="122916" y="33205"/>
                  <a:pt x="129075" y="31386"/>
                  <a:pt x="134351" y="31386"/>
                </a:cubicBezTo>
                <a:cubicBezTo>
                  <a:pt x="142654" y="31386"/>
                  <a:pt x="148772" y="35892"/>
                  <a:pt x="157136" y="35892"/>
                </a:cubicBezTo>
                <a:cubicBezTo>
                  <a:pt x="163427" y="35892"/>
                  <a:pt x="170988" y="33343"/>
                  <a:pt x="181706" y="24412"/>
                </a:cubicBezTo>
                <a:cubicBezTo>
                  <a:pt x="184794" y="21838"/>
                  <a:pt x="187774" y="20762"/>
                  <a:pt x="190680" y="20762"/>
                </a:cubicBezTo>
                <a:cubicBezTo>
                  <a:pt x="205031" y="20762"/>
                  <a:pt x="217584" y="46994"/>
                  <a:pt x="232473" y="48634"/>
                </a:cubicBezTo>
                <a:cubicBezTo>
                  <a:pt x="233525" y="48749"/>
                  <a:pt x="234513" y="48803"/>
                  <a:pt x="235446" y="48803"/>
                </a:cubicBezTo>
                <a:cubicBezTo>
                  <a:pt x="246713" y="48803"/>
                  <a:pt x="250150" y="40916"/>
                  <a:pt x="264364" y="38048"/>
                </a:cubicBezTo>
                <a:lnTo>
                  <a:pt x="26436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3" name="Google Shape;793;p54"/>
          <p:cNvSpPr/>
          <p:nvPr/>
        </p:nvSpPr>
        <p:spPr>
          <a:xfrm rot="10800000" flipH="1">
            <a:off x="6159470" y="4327171"/>
            <a:ext cx="3556654" cy="1060078"/>
          </a:xfrm>
          <a:custGeom>
            <a:avLst/>
            <a:gdLst/>
            <a:ahLst/>
            <a:cxnLst/>
            <a:rect l="l" t="t" r="r" b="b"/>
            <a:pathLst>
              <a:path w="264337" h="53519" extrusionOk="0">
                <a:moveTo>
                  <a:pt x="0" y="0"/>
                </a:moveTo>
                <a:lnTo>
                  <a:pt x="0" y="15527"/>
                </a:lnTo>
                <a:cubicBezTo>
                  <a:pt x="1926" y="15152"/>
                  <a:pt x="3735" y="14976"/>
                  <a:pt x="5438" y="14976"/>
                </a:cubicBezTo>
                <a:cubicBezTo>
                  <a:pt x="30663" y="14976"/>
                  <a:pt x="32875" y="53519"/>
                  <a:pt x="53900" y="53519"/>
                </a:cubicBezTo>
                <a:cubicBezTo>
                  <a:pt x="54445" y="53519"/>
                  <a:pt x="55002" y="53493"/>
                  <a:pt x="55573" y="53440"/>
                </a:cubicBezTo>
                <a:cubicBezTo>
                  <a:pt x="76094" y="51555"/>
                  <a:pt x="75382" y="25592"/>
                  <a:pt x="95618" y="25592"/>
                </a:cubicBezTo>
                <a:cubicBezTo>
                  <a:pt x="98284" y="25592"/>
                  <a:pt x="101312" y="26042"/>
                  <a:pt x="104800" y="27057"/>
                </a:cubicBezTo>
                <a:cubicBezTo>
                  <a:pt x="116474" y="30462"/>
                  <a:pt x="126065" y="31818"/>
                  <a:pt x="134168" y="31818"/>
                </a:cubicBezTo>
                <a:cubicBezTo>
                  <a:pt x="165913" y="31818"/>
                  <a:pt x="174833" y="11001"/>
                  <a:pt x="196809" y="11001"/>
                </a:cubicBezTo>
                <a:cubicBezTo>
                  <a:pt x="197872" y="11001"/>
                  <a:pt x="198967" y="11050"/>
                  <a:pt x="200095" y="11152"/>
                </a:cubicBezTo>
                <a:cubicBezTo>
                  <a:pt x="229610" y="13799"/>
                  <a:pt x="221509" y="30730"/>
                  <a:pt x="264337" y="35806"/>
                </a:cubicBezTo>
                <a:lnTo>
                  <a:pt x="26433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4" name="Google Shape;794;p54"/>
          <p:cNvSpPr txBox="1">
            <a:spLocks noGrp="1"/>
          </p:cNvSpPr>
          <p:nvPr>
            <p:ph type="title"/>
          </p:nvPr>
        </p:nvSpPr>
        <p:spPr>
          <a:xfrm>
            <a:off x="4911600" y="1334300"/>
            <a:ext cx="3201000" cy="146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95" name="Google Shape;795;p54"/>
          <p:cNvSpPr txBox="1">
            <a:spLocks noGrp="1"/>
          </p:cNvSpPr>
          <p:nvPr>
            <p:ph type="subTitle" idx="1"/>
          </p:nvPr>
        </p:nvSpPr>
        <p:spPr>
          <a:xfrm>
            <a:off x="4911607" y="2794294"/>
            <a:ext cx="3020400" cy="116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6" name="Google Shape;796;p54"/>
          <p:cNvSpPr/>
          <p:nvPr/>
        </p:nvSpPr>
        <p:spPr>
          <a:xfrm rot="5400000">
            <a:off x="7721131" y="4324531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7" name="Google Shape;797;p54"/>
          <p:cNvSpPr/>
          <p:nvPr/>
        </p:nvSpPr>
        <p:spPr>
          <a:xfrm rot="5400000">
            <a:off x="7319469" y="801656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8" name="Google Shape;798;p54"/>
          <p:cNvSpPr/>
          <p:nvPr/>
        </p:nvSpPr>
        <p:spPr>
          <a:xfrm rot="-5400000">
            <a:off x="7064306" y="4171844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9" name="Google Shape;799;p54"/>
          <p:cNvSpPr/>
          <p:nvPr/>
        </p:nvSpPr>
        <p:spPr>
          <a:xfrm rot="5400000">
            <a:off x="6663256" y="166894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8">
  <p:cSld name="CUSTOM_37">
    <p:spTree>
      <p:nvGrpSpPr>
        <p:cNvPr id="1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55"/>
          <p:cNvSpPr/>
          <p:nvPr/>
        </p:nvSpPr>
        <p:spPr>
          <a:xfrm rot="10800000">
            <a:off x="5444252" y="4036344"/>
            <a:ext cx="3644607" cy="1118421"/>
          </a:xfrm>
          <a:custGeom>
            <a:avLst/>
            <a:gdLst/>
            <a:ahLst/>
            <a:cxnLst/>
            <a:rect l="l" t="t" r="r" b="b"/>
            <a:pathLst>
              <a:path w="299106" h="92815" extrusionOk="0">
                <a:moveTo>
                  <a:pt x="296744" y="0"/>
                </a:moveTo>
                <a:cubicBezTo>
                  <a:pt x="296744" y="0"/>
                  <a:pt x="299105" y="58876"/>
                  <a:pt x="213742" y="35045"/>
                </a:cubicBezTo>
                <a:cubicBezTo>
                  <a:pt x="149627" y="17191"/>
                  <a:pt x="133321" y="92815"/>
                  <a:pt x="82635" y="92815"/>
                </a:cubicBezTo>
                <a:cubicBezTo>
                  <a:pt x="45376" y="92815"/>
                  <a:pt x="1" y="70755"/>
                  <a:pt x="13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2" name="Google Shape;802;p55"/>
          <p:cNvSpPr/>
          <p:nvPr/>
        </p:nvSpPr>
        <p:spPr>
          <a:xfrm>
            <a:off x="6207850" y="3883665"/>
            <a:ext cx="2936718" cy="1271100"/>
          </a:xfrm>
          <a:custGeom>
            <a:avLst/>
            <a:gdLst/>
            <a:ahLst/>
            <a:cxnLst/>
            <a:rect l="l" t="t" r="r" b="b"/>
            <a:pathLst>
              <a:path w="285673" h="154588" extrusionOk="0">
                <a:moveTo>
                  <a:pt x="2715" y="154588"/>
                </a:moveTo>
                <a:cubicBezTo>
                  <a:pt x="2715" y="154588"/>
                  <a:pt x="0" y="113633"/>
                  <a:pt x="45298" y="113633"/>
                </a:cubicBezTo>
                <a:cubicBezTo>
                  <a:pt x="90596" y="113633"/>
                  <a:pt x="125888" y="112160"/>
                  <a:pt x="135972" y="50651"/>
                </a:cubicBezTo>
                <a:cubicBezTo>
                  <a:pt x="144194" y="621"/>
                  <a:pt x="221914" y="1"/>
                  <a:pt x="238978" y="40955"/>
                </a:cubicBezTo>
                <a:cubicBezTo>
                  <a:pt x="255965" y="81987"/>
                  <a:pt x="285673" y="81987"/>
                  <a:pt x="285673" y="81987"/>
                </a:cubicBezTo>
                <a:lnTo>
                  <a:pt x="285673" y="15458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3" name="Google Shape;803;p55"/>
          <p:cNvSpPr/>
          <p:nvPr/>
        </p:nvSpPr>
        <p:spPr>
          <a:xfrm flipH="1">
            <a:off x="6645307" y="3883573"/>
            <a:ext cx="2498729" cy="1271173"/>
          </a:xfrm>
          <a:custGeom>
            <a:avLst/>
            <a:gdLst/>
            <a:ahLst/>
            <a:cxnLst/>
            <a:rect l="l" t="t" r="r" b="b"/>
            <a:pathLst>
              <a:path w="305002" h="196093" extrusionOk="0">
                <a:moveTo>
                  <a:pt x="0" y="27686"/>
                </a:moveTo>
                <a:cubicBezTo>
                  <a:pt x="0" y="27686"/>
                  <a:pt x="68206" y="0"/>
                  <a:pt x="88558" y="59039"/>
                </a:cubicBezTo>
                <a:cubicBezTo>
                  <a:pt x="108910" y="118077"/>
                  <a:pt x="211769" y="29244"/>
                  <a:pt x="211769" y="120186"/>
                </a:cubicBezTo>
                <a:cubicBezTo>
                  <a:pt x="211769" y="172257"/>
                  <a:pt x="305002" y="135404"/>
                  <a:pt x="280800" y="196092"/>
                </a:cubicBezTo>
                <a:lnTo>
                  <a:pt x="0" y="196092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4" name="Google Shape;804;p55"/>
          <p:cNvSpPr txBox="1">
            <a:spLocks noGrp="1"/>
          </p:cNvSpPr>
          <p:nvPr>
            <p:ph type="title"/>
          </p:nvPr>
        </p:nvSpPr>
        <p:spPr>
          <a:xfrm>
            <a:off x="4691800" y="1922950"/>
            <a:ext cx="3543300" cy="8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805" name="Google Shape;805;p55"/>
          <p:cNvSpPr txBox="1">
            <a:spLocks noGrp="1"/>
          </p:cNvSpPr>
          <p:nvPr>
            <p:ph type="subTitle" idx="1"/>
          </p:nvPr>
        </p:nvSpPr>
        <p:spPr>
          <a:xfrm>
            <a:off x="4691871" y="2757125"/>
            <a:ext cx="3543300" cy="49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6" name="Google Shape;806;p55"/>
          <p:cNvSpPr/>
          <p:nvPr/>
        </p:nvSpPr>
        <p:spPr>
          <a:xfrm rot="10800000">
            <a:off x="6742285" y="22388"/>
            <a:ext cx="2443246" cy="939991"/>
          </a:xfrm>
          <a:custGeom>
            <a:avLst/>
            <a:gdLst/>
            <a:ahLst/>
            <a:cxnLst/>
            <a:rect l="l" t="t" r="r" b="b"/>
            <a:pathLst>
              <a:path w="283357" h="76391" extrusionOk="0">
                <a:moveTo>
                  <a:pt x="0" y="76391"/>
                </a:moveTo>
                <a:cubicBezTo>
                  <a:pt x="0" y="76391"/>
                  <a:pt x="7446" y="11303"/>
                  <a:pt x="69809" y="27459"/>
                </a:cubicBezTo>
                <a:cubicBezTo>
                  <a:pt x="163419" y="51659"/>
                  <a:pt x="141479" y="1"/>
                  <a:pt x="215011" y="3524"/>
                </a:cubicBezTo>
                <a:cubicBezTo>
                  <a:pt x="283357" y="6716"/>
                  <a:pt x="283024" y="76391"/>
                  <a:pt x="283024" y="7639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7" name="Google Shape;807;p55"/>
          <p:cNvSpPr/>
          <p:nvPr/>
        </p:nvSpPr>
        <p:spPr>
          <a:xfrm rot="-9367883" flipH="1">
            <a:off x="6298030" y="-379289"/>
            <a:ext cx="3153951" cy="1121150"/>
          </a:xfrm>
          <a:custGeom>
            <a:avLst/>
            <a:gdLst/>
            <a:ahLst/>
            <a:cxnLst/>
            <a:rect l="l" t="t" r="r" b="b"/>
            <a:pathLst>
              <a:path w="264364" h="43920" extrusionOk="0">
                <a:moveTo>
                  <a:pt x="219423" y="1"/>
                </a:moveTo>
                <a:cubicBezTo>
                  <a:pt x="218735" y="1"/>
                  <a:pt x="218026" y="14"/>
                  <a:pt x="217297" y="39"/>
                </a:cubicBezTo>
                <a:cubicBezTo>
                  <a:pt x="193855" y="856"/>
                  <a:pt x="190998" y="14255"/>
                  <a:pt x="172689" y="14255"/>
                </a:cubicBezTo>
                <a:cubicBezTo>
                  <a:pt x="167988" y="14255"/>
                  <a:pt x="162268" y="13372"/>
                  <a:pt x="154919" y="11165"/>
                </a:cubicBezTo>
                <a:cubicBezTo>
                  <a:pt x="146746" y="8716"/>
                  <a:pt x="139552" y="7721"/>
                  <a:pt x="133072" y="7721"/>
                </a:cubicBezTo>
                <a:cubicBezTo>
                  <a:pt x="104893" y="7721"/>
                  <a:pt x="90210" y="26543"/>
                  <a:pt x="67183" y="26543"/>
                </a:cubicBezTo>
                <a:cubicBezTo>
                  <a:pt x="66131" y="26543"/>
                  <a:pt x="65061" y="26504"/>
                  <a:pt x="63971" y="26422"/>
                </a:cubicBezTo>
                <a:cubicBezTo>
                  <a:pt x="34457" y="24207"/>
                  <a:pt x="42828" y="9572"/>
                  <a:pt x="0" y="5305"/>
                </a:cubicBezTo>
                <a:lnTo>
                  <a:pt x="0" y="43920"/>
                </a:lnTo>
                <a:lnTo>
                  <a:pt x="264364" y="43920"/>
                </a:lnTo>
                <a:lnTo>
                  <a:pt x="264364" y="9491"/>
                </a:lnTo>
                <a:cubicBezTo>
                  <a:pt x="261782" y="9924"/>
                  <a:pt x="259493" y="10114"/>
                  <a:pt x="257424" y="10114"/>
                </a:cubicBezTo>
                <a:cubicBezTo>
                  <a:pt x="242345" y="10114"/>
                  <a:pt x="238978" y="1"/>
                  <a:pt x="21942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8" name="Google Shape;808;p55"/>
          <p:cNvSpPr/>
          <p:nvPr/>
        </p:nvSpPr>
        <p:spPr>
          <a:xfrm rot="-9944222">
            <a:off x="6382945" y="-335889"/>
            <a:ext cx="3605366" cy="1194753"/>
          </a:xfrm>
          <a:custGeom>
            <a:avLst/>
            <a:gdLst/>
            <a:ahLst/>
            <a:cxnLst/>
            <a:rect l="l" t="t" r="r" b="b"/>
            <a:pathLst>
              <a:path w="264364" h="40820" extrusionOk="0">
                <a:moveTo>
                  <a:pt x="224094" y="1"/>
                </a:moveTo>
                <a:cubicBezTo>
                  <a:pt x="221694" y="1"/>
                  <a:pt x="219079" y="167"/>
                  <a:pt x="216217" y="530"/>
                </a:cubicBezTo>
                <a:cubicBezTo>
                  <a:pt x="190574" y="3768"/>
                  <a:pt x="189388" y="22268"/>
                  <a:pt x="168921" y="22268"/>
                </a:cubicBezTo>
                <a:cubicBezTo>
                  <a:pt x="166175" y="22268"/>
                  <a:pt x="163082" y="21935"/>
                  <a:pt x="159536" y="21188"/>
                </a:cubicBezTo>
                <a:cubicBezTo>
                  <a:pt x="147862" y="18719"/>
                  <a:pt x="138271" y="17735"/>
                  <a:pt x="130168" y="17735"/>
                </a:cubicBezTo>
                <a:cubicBezTo>
                  <a:pt x="98424" y="17735"/>
                  <a:pt x="89504" y="32828"/>
                  <a:pt x="67530" y="32828"/>
                </a:cubicBezTo>
                <a:cubicBezTo>
                  <a:pt x="66466" y="32828"/>
                  <a:pt x="65371" y="32792"/>
                  <a:pt x="64241" y="32718"/>
                </a:cubicBezTo>
                <a:cubicBezTo>
                  <a:pt x="34727" y="30801"/>
                  <a:pt x="42828" y="18541"/>
                  <a:pt x="0" y="14842"/>
                </a:cubicBezTo>
                <a:lnTo>
                  <a:pt x="0" y="40819"/>
                </a:lnTo>
                <a:lnTo>
                  <a:pt x="264364" y="40819"/>
                </a:lnTo>
                <a:lnTo>
                  <a:pt x="264364" y="17785"/>
                </a:lnTo>
                <a:cubicBezTo>
                  <a:pt x="250431" y="15121"/>
                  <a:pt x="247008" y="1"/>
                  <a:pt x="22409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9" name="Google Shape;809;p55"/>
          <p:cNvSpPr/>
          <p:nvPr/>
        </p:nvSpPr>
        <p:spPr>
          <a:xfrm rot="5400000">
            <a:off x="8071681" y="778056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0" name="Google Shape;810;p55"/>
          <p:cNvSpPr/>
          <p:nvPr/>
        </p:nvSpPr>
        <p:spPr>
          <a:xfrm rot="5400000">
            <a:off x="6004944" y="4863669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1" name="Google Shape;811;p55"/>
          <p:cNvSpPr/>
          <p:nvPr/>
        </p:nvSpPr>
        <p:spPr>
          <a:xfrm rot="-5400000">
            <a:off x="7414856" y="625369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2" name="Google Shape;812;p55"/>
          <p:cNvSpPr/>
          <p:nvPr/>
        </p:nvSpPr>
        <p:spPr>
          <a:xfrm rot="5400000">
            <a:off x="5348731" y="4228906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2">
  <p:cSld name="CUSTOM_36">
    <p:spTree>
      <p:nvGrpSpPr>
        <p:cNvPr id="1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57"/>
          <p:cNvSpPr txBox="1">
            <a:spLocks noGrp="1"/>
          </p:cNvSpPr>
          <p:nvPr>
            <p:ph type="title"/>
          </p:nvPr>
        </p:nvSpPr>
        <p:spPr>
          <a:xfrm>
            <a:off x="540000" y="363275"/>
            <a:ext cx="806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39" name="Google Shape;839;p57"/>
          <p:cNvSpPr txBox="1">
            <a:spLocks noGrp="1"/>
          </p:cNvSpPr>
          <p:nvPr>
            <p:ph type="title" idx="2"/>
          </p:nvPr>
        </p:nvSpPr>
        <p:spPr>
          <a:xfrm>
            <a:off x="595875" y="1814400"/>
            <a:ext cx="2543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>
            <a:endParaRPr/>
          </a:p>
        </p:txBody>
      </p:sp>
      <p:sp>
        <p:nvSpPr>
          <p:cNvPr id="840" name="Google Shape;840;p57"/>
          <p:cNvSpPr txBox="1">
            <a:spLocks noGrp="1"/>
          </p:cNvSpPr>
          <p:nvPr>
            <p:ph type="subTitle" idx="1"/>
          </p:nvPr>
        </p:nvSpPr>
        <p:spPr>
          <a:xfrm>
            <a:off x="816075" y="2282228"/>
            <a:ext cx="23229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41" name="Google Shape;841;p57"/>
          <p:cNvSpPr txBox="1">
            <a:spLocks noGrp="1"/>
          </p:cNvSpPr>
          <p:nvPr>
            <p:ph type="title" idx="3"/>
          </p:nvPr>
        </p:nvSpPr>
        <p:spPr>
          <a:xfrm>
            <a:off x="5994850" y="1814400"/>
            <a:ext cx="2543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>
            <a:endParaRPr/>
          </a:p>
        </p:txBody>
      </p:sp>
      <p:sp>
        <p:nvSpPr>
          <p:cNvPr id="842" name="Google Shape;842;p57"/>
          <p:cNvSpPr txBox="1">
            <a:spLocks noGrp="1"/>
          </p:cNvSpPr>
          <p:nvPr>
            <p:ph type="subTitle" idx="4"/>
          </p:nvPr>
        </p:nvSpPr>
        <p:spPr>
          <a:xfrm>
            <a:off x="5994850" y="2282229"/>
            <a:ext cx="23229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43" name="Google Shape;843;p57"/>
          <p:cNvSpPr txBox="1">
            <a:spLocks noGrp="1"/>
          </p:cNvSpPr>
          <p:nvPr>
            <p:ph type="title" idx="5"/>
          </p:nvPr>
        </p:nvSpPr>
        <p:spPr>
          <a:xfrm>
            <a:off x="595875" y="3205300"/>
            <a:ext cx="2543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>
            <a:endParaRPr/>
          </a:p>
        </p:txBody>
      </p:sp>
      <p:sp>
        <p:nvSpPr>
          <p:cNvPr id="844" name="Google Shape;844;p57"/>
          <p:cNvSpPr txBox="1">
            <a:spLocks noGrp="1"/>
          </p:cNvSpPr>
          <p:nvPr>
            <p:ph type="subTitle" idx="6"/>
          </p:nvPr>
        </p:nvSpPr>
        <p:spPr>
          <a:xfrm>
            <a:off x="816075" y="3673128"/>
            <a:ext cx="23229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45" name="Google Shape;845;p57"/>
          <p:cNvSpPr txBox="1">
            <a:spLocks noGrp="1"/>
          </p:cNvSpPr>
          <p:nvPr>
            <p:ph type="title" idx="7"/>
          </p:nvPr>
        </p:nvSpPr>
        <p:spPr>
          <a:xfrm>
            <a:off x="5994850" y="3205300"/>
            <a:ext cx="2543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>
            <a:endParaRPr/>
          </a:p>
        </p:txBody>
      </p:sp>
      <p:sp>
        <p:nvSpPr>
          <p:cNvPr id="846" name="Google Shape;846;p57"/>
          <p:cNvSpPr txBox="1">
            <a:spLocks noGrp="1"/>
          </p:cNvSpPr>
          <p:nvPr>
            <p:ph type="subTitle" idx="8"/>
          </p:nvPr>
        </p:nvSpPr>
        <p:spPr>
          <a:xfrm>
            <a:off x="5994850" y="3673127"/>
            <a:ext cx="23229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47" name="Google Shape;847;p57"/>
          <p:cNvSpPr/>
          <p:nvPr/>
        </p:nvSpPr>
        <p:spPr>
          <a:xfrm rot="10800000" flipH="1">
            <a:off x="37927" y="4374634"/>
            <a:ext cx="2505013" cy="768740"/>
          </a:xfrm>
          <a:custGeom>
            <a:avLst/>
            <a:gdLst/>
            <a:ahLst/>
            <a:cxnLst/>
            <a:rect l="l" t="t" r="r" b="b"/>
            <a:pathLst>
              <a:path w="299106" h="92815" extrusionOk="0">
                <a:moveTo>
                  <a:pt x="296744" y="0"/>
                </a:moveTo>
                <a:cubicBezTo>
                  <a:pt x="296744" y="0"/>
                  <a:pt x="299105" y="58876"/>
                  <a:pt x="213742" y="35045"/>
                </a:cubicBezTo>
                <a:cubicBezTo>
                  <a:pt x="149627" y="17191"/>
                  <a:pt x="133321" y="92815"/>
                  <a:pt x="82635" y="92815"/>
                </a:cubicBezTo>
                <a:cubicBezTo>
                  <a:pt x="45376" y="92815"/>
                  <a:pt x="1" y="70755"/>
                  <a:pt x="13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8" name="Google Shape;848;p57"/>
          <p:cNvSpPr/>
          <p:nvPr/>
        </p:nvSpPr>
        <p:spPr>
          <a:xfrm flipH="1">
            <a:off x="6142736" y="0"/>
            <a:ext cx="2594745" cy="684511"/>
          </a:xfrm>
          <a:custGeom>
            <a:avLst/>
            <a:gdLst/>
            <a:ahLst/>
            <a:cxnLst/>
            <a:rect l="l" t="t" r="r" b="b"/>
            <a:pathLst>
              <a:path w="299106" h="92815" extrusionOk="0">
                <a:moveTo>
                  <a:pt x="296744" y="0"/>
                </a:moveTo>
                <a:cubicBezTo>
                  <a:pt x="296744" y="0"/>
                  <a:pt x="299105" y="58876"/>
                  <a:pt x="213742" y="35045"/>
                </a:cubicBezTo>
                <a:cubicBezTo>
                  <a:pt x="149627" y="17191"/>
                  <a:pt x="133321" y="92815"/>
                  <a:pt x="82635" y="92815"/>
                </a:cubicBezTo>
                <a:cubicBezTo>
                  <a:pt x="45376" y="92815"/>
                  <a:pt x="1" y="70755"/>
                  <a:pt x="13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9" name="Google Shape;849;p57"/>
          <p:cNvSpPr/>
          <p:nvPr/>
        </p:nvSpPr>
        <p:spPr>
          <a:xfrm>
            <a:off x="6632383" y="0"/>
            <a:ext cx="3779755" cy="936000"/>
          </a:xfrm>
          <a:custGeom>
            <a:avLst/>
            <a:gdLst/>
            <a:ahLst/>
            <a:cxnLst/>
            <a:rect l="l" t="t" r="r" b="b"/>
            <a:pathLst>
              <a:path w="295582" h="107710" extrusionOk="0">
                <a:moveTo>
                  <a:pt x="3890" y="648"/>
                </a:moveTo>
                <a:cubicBezTo>
                  <a:pt x="3890" y="648"/>
                  <a:pt x="1" y="60607"/>
                  <a:pt x="64065" y="49263"/>
                </a:cubicBezTo>
                <a:cubicBezTo>
                  <a:pt x="132883" y="37164"/>
                  <a:pt x="123484" y="107710"/>
                  <a:pt x="183551" y="107710"/>
                </a:cubicBezTo>
                <a:cubicBezTo>
                  <a:pt x="232814" y="107710"/>
                  <a:pt x="209155" y="40513"/>
                  <a:pt x="252368" y="34787"/>
                </a:cubicBezTo>
                <a:cubicBezTo>
                  <a:pt x="295582" y="29061"/>
                  <a:pt x="285751" y="0"/>
                  <a:pt x="28575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0" name="Google Shape;850;p57"/>
          <p:cNvSpPr/>
          <p:nvPr/>
        </p:nvSpPr>
        <p:spPr>
          <a:xfrm flipH="1">
            <a:off x="-5" y="4269850"/>
            <a:ext cx="2018280" cy="873809"/>
          </a:xfrm>
          <a:custGeom>
            <a:avLst/>
            <a:gdLst/>
            <a:ahLst/>
            <a:cxnLst/>
            <a:rect l="l" t="t" r="r" b="b"/>
            <a:pathLst>
              <a:path w="285673" h="154588" extrusionOk="0">
                <a:moveTo>
                  <a:pt x="2715" y="154588"/>
                </a:moveTo>
                <a:cubicBezTo>
                  <a:pt x="2715" y="154588"/>
                  <a:pt x="0" y="113633"/>
                  <a:pt x="45298" y="113633"/>
                </a:cubicBezTo>
                <a:cubicBezTo>
                  <a:pt x="90596" y="113633"/>
                  <a:pt x="125888" y="112160"/>
                  <a:pt x="135972" y="50651"/>
                </a:cubicBezTo>
                <a:cubicBezTo>
                  <a:pt x="144194" y="621"/>
                  <a:pt x="221914" y="1"/>
                  <a:pt x="238978" y="40955"/>
                </a:cubicBezTo>
                <a:cubicBezTo>
                  <a:pt x="255965" y="81987"/>
                  <a:pt x="285673" y="81987"/>
                  <a:pt x="285673" y="81987"/>
                </a:cubicBezTo>
                <a:lnTo>
                  <a:pt x="285673" y="15458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1" name="Google Shape;851;p57"/>
          <p:cNvSpPr/>
          <p:nvPr/>
        </p:nvSpPr>
        <p:spPr>
          <a:xfrm>
            <a:off x="-1" y="4269786"/>
            <a:ext cx="1717924" cy="873594"/>
          </a:xfrm>
          <a:custGeom>
            <a:avLst/>
            <a:gdLst/>
            <a:ahLst/>
            <a:cxnLst/>
            <a:rect l="l" t="t" r="r" b="b"/>
            <a:pathLst>
              <a:path w="305002" h="196093" extrusionOk="0">
                <a:moveTo>
                  <a:pt x="0" y="27686"/>
                </a:moveTo>
                <a:cubicBezTo>
                  <a:pt x="0" y="27686"/>
                  <a:pt x="68206" y="0"/>
                  <a:pt x="88558" y="59039"/>
                </a:cubicBezTo>
                <a:cubicBezTo>
                  <a:pt x="108910" y="118077"/>
                  <a:pt x="211769" y="29244"/>
                  <a:pt x="211769" y="120186"/>
                </a:cubicBezTo>
                <a:cubicBezTo>
                  <a:pt x="211769" y="172257"/>
                  <a:pt x="305002" y="135404"/>
                  <a:pt x="280800" y="196092"/>
                </a:cubicBezTo>
                <a:lnTo>
                  <a:pt x="0" y="196092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2" name="Google Shape;852;p57"/>
          <p:cNvSpPr/>
          <p:nvPr/>
        </p:nvSpPr>
        <p:spPr>
          <a:xfrm flipH="1">
            <a:off x="6962402" y="0"/>
            <a:ext cx="2594826" cy="822238"/>
          </a:xfrm>
          <a:custGeom>
            <a:avLst/>
            <a:gdLst/>
            <a:ahLst/>
            <a:cxnLst/>
            <a:rect l="l" t="t" r="r" b="b"/>
            <a:pathLst>
              <a:path w="294198" h="130204" extrusionOk="0">
                <a:moveTo>
                  <a:pt x="283570" y="0"/>
                </a:moveTo>
                <a:cubicBezTo>
                  <a:pt x="283570" y="0"/>
                  <a:pt x="294198" y="57826"/>
                  <a:pt x="203889" y="45181"/>
                </a:cubicBezTo>
                <a:cubicBezTo>
                  <a:pt x="141812" y="36461"/>
                  <a:pt x="157999" y="89109"/>
                  <a:pt x="113581" y="109929"/>
                </a:cubicBezTo>
                <a:cubicBezTo>
                  <a:pt x="70252" y="130203"/>
                  <a:pt x="37442" y="67963"/>
                  <a:pt x="0" y="114071"/>
                </a:cubicBezTo>
                <a:lnTo>
                  <a:pt x="0" y="436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3" name="Google Shape;853;p57"/>
          <p:cNvSpPr/>
          <p:nvPr/>
        </p:nvSpPr>
        <p:spPr>
          <a:xfrm rot="5400000">
            <a:off x="8873931" y="1028631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4" name="Google Shape;854;p57"/>
          <p:cNvSpPr/>
          <p:nvPr/>
        </p:nvSpPr>
        <p:spPr>
          <a:xfrm rot="5400000">
            <a:off x="989544" y="4709844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5" name="Google Shape;855;p57"/>
          <p:cNvSpPr/>
          <p:nvPr/>
        </p:nvSpPr>
        <p:spPr>
          <a:xfrm rot="-5400000">
            <a:off x="8183406" y="804869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6" name="Google Shape;856;p57"/>
          <p:cNvSpPr/>
          <p:nvPr/>
        </p:nvSpPr>
        <p:spPr>
          <a:xfrm rot="5400000">
            <a:off x="333331" y="4075081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1">
    <p:spTree>
      <p:nvGrpSpPr>
        <p:cNvPr id="1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61"/>
          <p:cNvSpPr txBox="1">
            <a:spLocks noGrp="1"/>
          </p:cNvSpPr>
          <p:nvPr>
            <p:ph type="title"/>
          </p:nvPr>
        </p:nvSpPr>
        <p:spPr>
          <a:xfrm>
            <a:off x="2629950" y="989275"/>
            <a:ext cx="3884100" cy="93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914" name="Google Shape;914;p61"/>
          <p:cNvSpPr txBox="1">
            <a:spLocks noGrp="1"/>
          </p:cNvSpPr>
          <p:nvPr>
            <p:ph type="subTitle" idx="1"/>
          </p:nvPr>
        </p:nvSpPr>
        <p:spPr>
          <a:xfrm>
            <a:off x="3043615" y="1769613"/>
            <a:ext cx="3066900" cy="109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15" name="Google Shape;915;p61"/>
          <p:cNvSpPr txBox="1">
            <a:spLocks noGrp="1"/>
          </p:cNvSpPr>
          <p:nvPr>
            <p:ph type="subTitle" idx="2"/>
          </p:nvPr>
        </p:nvSpPr>
        <p:spPr>
          <a:xfrm>
            <a:off x="2676890" y="3876500"/>
            <a:ext cx="3790200" cy="2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100">
                <a:solidFill>
                  <a:schemeClr val="dk1"/>
                </a:solidFill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16" name="Google Shape;916;p61"/>
          <p:cNvSpPr txBox="1"/>
          <p:nvPr/>
        </p:nvSpPr>
        <p:spPr>
          <a:xfrm>
            <a:off x="2924390" y="3270788"/>
            <a:ext cx="3295200" cy="71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CREDITS</a:t>
            </a:r>
            <a:r>
              <a:rPr lang="en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: This presentation template was created by</a:t>
            </a:r>
            <a:r>
              <a:rPr lang="en" sz="11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" sz="1100" b="1">
                <a:solidFill>
                  <a:schemeClr val="dk1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including icons by </a:t>
            </a:r>
            <a:r>
              <a:rPr lang="en" sz="1100" b="1">
                <a:solidFill>
                  <a:schemeClr val="dk1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infographics &amp; images by </a:t>
            </a:r>
            <a:r>
              <a:rPr lang="en" sz="1100" b="1">
                <a:solidFill>
                  <a:schemeClr val="dk1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Freepik</a:t>
            </a:r>
            <a:endParaRPr sz="1100" b="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17" name="Google Shape;917;p61"/>
          <p:cNvSpPr/>
          <p:nvPr/>
        </p:nvSpPr>
        <p:spPr>
          <a:xfrm rot="-5538951">
            <a:off x="-2574537" y="1029968"/>
            <a:ext cx="6383009" cy="1326004"/>
          </a:xfrm>
          <a:custGeom>
            <a:avLst/>
            <a:gdLst/>
            <a:ahLst/>
            <a:cxnLst/>
            <a:rect l="l" t="t" r="r" b="b"/>
            <a:pathLst>
              <a:path w="79484" h="14785" extrusionOk="0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8" name="Google Shape;918;p61"/>
          <p:cNvSpPr/>
          <p:nvPr/>
        </p:nvSpPr>
        <p:spPr>
          <a:xfrm rot="5400000" flipH="1">
            <a:off x="-1065756" y="2741763"/>
            <a:ext cx="3598025" cy="1537331"/>
          </a:xfrm>
          <a:custGeom>
            <a:avLst/>
            <a:gdLst/>
            <a:ahLst/>
            <a:cxnLst/>
            <a:rect l="l" t="t" r="r" b="b"/>
            <a:pathLst>
              <a:path w="143993" h="61524" extrusionOk="0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9" name="Google Shape;919;p61"/>
          <p:cNvSpPr/>
          <p:nvPr/>
        </p:nvSpPr>
        <p:spPr>
          <a:xfrm rot="5400000" flipH="1">
            <a:off x="-627512" y="3888154"/>
            <a:ext cx="2023800" cy="1071475"/>
          </a:xfrm>
          <a:custGeom>
            <a:avLst/>
            <a:gdLst/>
            <a:ahLst/>
            <a:cxnLst/>
            <a:rect l="l" t="t" r="r" b="b"/>
            <a:pathLst>
              <a:path w="80952" h="42859" extrusionOk="0">
                <a:moveTo>
                  <a:pt x="7027" y="1"/>
                </a:moveTo>
                <a:cubicBezTo>
                  <a:pt x="6872" y="1"/>
                  <a:pt x="6717" y="3"/>
                  <a:pt x="6562" y="7"/>
                </a:cubicBezTo>
                <a:cubicBezTo>
                  <a:pt x="4866" y="30"/>
                  <a:pt x="3192" y="387"/>
                  <a:pt x="1629" y="1056"/>
                </a:cubicBezTo>
                <a:cubicBezTo>
                  <a:pt x="0" y="1793"/>
                  <a:pt x="89" y="2418"/>
                  <a:pt x="335" y="4114"/>
                </a:cubicBezTo>
                <a:cubicBezTo>
                  <a:pt x="982" y="8332"/>
                  <a:pt x="1652" y="12528"/>
                  <a:pt x="2321" y="16724"/>
                </a:cubicBezTo>
                <a:lnTo>
                  <a:pt x="4241" y="29022"/>
                </a:lnTo>
                <a:cubicBezTo>
                  <a:pt x="4866" y="32972"/>
                  <a:pt x="6160" y="37347"/>
                  <a:pt x="6160" y="41342"/>
                </a:cubicBezTo>
                <a:cubicBezTo>
                  <a:pt x="6227" y="41676"/>
                  <a:pt x="6294" y="42056"/>
                  <a:pt x="6562" y="42257"/>
                </a:cubicBezTo>
                <a:cubicBezTo>
                  <a:pt x="6776" y="42374"/>
                  <a:pt x="7008" y="42440"/>
                  <a:pt x="7256" y="42440"/>
                </a:cubicBezTo>
                <a:cubicBezTo>
                  <a:pt x="7292" y="42440"/>
                  <a:pt x="7328" y="42438"/>
                  <a:pt x="7365" y="42435"/>
                </a:cubicBezTo>
                <a:cubicBezTo>
                  <a:pt x="18275" y="42693"/>
                  <a:pt x="29189" y="42859"/>
                  <a:pt x="40102" y="42859"/>
                </a:cubicBezTo>
                <a:cubicBezTo>
                  <a:pt x="53724" y="42859"/>
                  <a:pt x="67345" y="42601"/>
                  <a:pt x="80951" y="41944"/>
                </a:cubicBezTo>
                <a:cubicBezTo>
                  <a:pt x="71220" y="38596"/>
                  <a:pt x="61154" y="36409"/>
                  <a:pt x="50910" y="35450"/>
                </a:cubicBezTo>
                <a:cubicBezTo>
                  <a:pt x="46357" y="35003"/>
                  <a:pt x="41513" y="34735"/>
                  <a:pt x="37741" y="32124"/>
                </a:cubicBezTo>
                <a:cubicBezTo>
                  <a:pt x="33880" y="29423"/>
                  <a:pt x="31939" y="24781"/>
                  <a:pt x="30443" y="20317"/>
                </a:cubicBezTo>
                <a:cubicBezTo>
                  <a:pt x="28948" y="15854"/>
                  <a:pt x="27609" y="11144"/>
                  <a:pt x="24439" y="7663"/>
                </a:cubicBezTo>
                <a:cubicBezTo>
                  <a:pt x="22676" y="5743"/>
                  <a:pt x="20422" y="4315"/>
                  <a:pt x="18123" y="3087"/>
                </a:cubicBezTo>
                <a:cubicBezTo>
                  <a:pt x="14732" y="1327"/>
                  <a:pt x="10908" y="1"/>
                  <a:pt x="70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0" name="Google Shape;920;p61"/>
          <p:cNvSpPr/>
          <p:nvPr/>
        </p:nvSpPr>
        <p:spPr>
          <a:xfrm>
            <a:off x="771800" y="2757500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1" name="Google Shape;921;p61"/>
          <p:cNvSpPr/>
          <p:nvPr/>
        </p:nvSpPr>
        <p:spPr>
          <a:xfrm>
            <a:off x="1553300" y="3452550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2" name="Google Shape;922;p61"/>
          <p:cNvSpPr/>
          <p:nvPr/>
        </p:nvSpPr>
        <p:spPr>
          <a:xfrm>
            <a:off x="804350" y="1051325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3" name="Google Shape;923;p61"/>
          <p:cNvSpPr/>
          <p:nvPr/>
        </p:nvSpPr>
        <p:spPr>
          <a:xfrm>
            <a:off x="1169650" y="3551250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4" name="Google Shape;924;p61"/>
          <p:cNvSpPr/>
          <p:nvPr/>
        </p:nvSpPr>
        <p:spPr>
          <a:xfrm>
            <a:off x="376488" y="716900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25" name="Google Shape;925;p61"/>
          <p:cNvGrpSpPr/>
          <p:nvPr/>
        </p:nvGrpSpPr>
        <p:grpSpPr>
          <a:xfrm rot="10800000">
            <a:off x="7695844" y="-223188"/>
            <a:ext cx="1676378" cy="6958517"/>
            <a:chOff x="-174456" y="-1522725"/>
            <a:chExt cx="1676378" cy="6958517"/>
          </a:xfrm>
        </p:grpSpPr>
        <p:sp>
          <p:nvSpPr>
            <p:cNvPr id="926" name="Google Shape;926;p61"/>
            <p:cNvSpPr/>
            <p:nvPr/>
          </p:nvSpPr>
          <p:spPr>
            <a:xfrm rot="-5538951">
              <a:off x="-2574537" y="1029968"/>
              <a:ext cx="6383009" cy="1326004"/>
            </a:xfrm>
            <a:custGeom>
              <a:avLst/>
              <a:gdLst/>
              <a:ahLst/>
              <a:cxnLst/>
              <a:rect l="l" t="t" r="r" b="b"/>
              <a:pathLst>
                <a:path w="79484" h="14785" extrusionOk="0">
                  <a:moveTo>
                    <a:pt x="64823" y="0"/>
                  </a:moveTo>
                  <a:cubicBezTo>
                    <a:pt x="56730" y="0"/>
                    <a:pt x="48629" y="357"/>
                    <a:pt x="40537" y="566"/>
                  </a:cubicBezTo>
                  <a:cubicBezTo>
                    <a:pt x="32882" y="767"/>
                    <a:pt x="25204" y="856"/>
                    <a:pt x="17548" y="856"/>
                  </a:cubicBezTo>
                  <a:lnTo>
                    <a:pt x="6188" y="856"/>
                  </a:lnTo>
                  <a:cubicBezTo>
                    <a:pt x="5806" y="856"/>
                    <a:pt x="5327" y="841"/>
                    <a:pt x="4808" y="841"/>
                  </a:cubicBezTo>
                  <a:cubicBezTo>
                    <a:pt x="2720" y="841"/>
                    <a:pt x="0" y="1085"/>
                    <a:pt x="519" y="3534"/>
                  </a:cubicBezTo>
                  <a:cubicBezTo>
                    <a:pt x="1166" y="6614"/>
                    <a:pt x="4269" y="9560"/>
                    <a:pt x="6746" y="11190"/>
                  </a:cubicBezTo>
                  <a:cubicBezTo>
                    <a:pt x="10540" y="13712"/>
                    <a:pt x="15160" y="14738"/>
                    <a:pt x="19713" y="14783"/>
                  </a:cubicBezTo>
                  <a:cubicBezTo>
                    <a:pt x="19807" y="14784"/>
                    <a:pt x="19901" y="14784"/>
                    <a:pt x="19995" y="14784"/>
                  </a:cubicBezTo>
                  <a:cubicBezTo>
                    <a:pt x="22334" y="14784"/>
                    <a:pt x="24671" y="14518"/>
                    <a:pt x="26967" y="14024"/>
                  </a:cubicBezTo>
                  <a:cubicBezTo>
                    <a:pt x="29891" y="13377"/>
                    <a:pt x="32703" y="12350"/>
                    <a:pt x="35515" y="11324"/>
                  </a:cubicBezTo>
                  <a:cubicBezTo>
                    <a:pt x="42724" y="8712"/>
                    <a:pt x="50045" y="6235"/>
                    <a:pt x="57633" y="5141"/>
                  </a:cubicBezTo>
                  <a:cubicBezTo>
                    <a:pt x="61727" y="4546"/>
                    <a:pt x="65864" y="4360"/>
                    <a:pt x="70011" y="4360"/>
                  </a:cubicBezTo>
                  <a:cubicBezTo>
                    <a:pt x="73167" y="4360"/>
                    <a:pt x="76330" y="4468"/>
                    <a:pt x="79484" y="4583"/>
                  </a:cubicBezTo>
                  <a:cubicBezTo>
                    <a:pt x="79461" y="3222"/>
                    <a:pt x="79439" y="1860"/>
                    <a:pt x="79439" y="499"/>
                  </a:cubicBezTo>
                  <a:cubicBezTo>
                    <a:pt x="74572" y="130"/>
                    <a:pt x="69699" y="0"/>
                    <a:pt x="6482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61"/>
            <p:cNvSpPr/>
            <p:nvPr/>
          </p:nvSpPr>
          <p:spPr>
            <a:xfrm rot="5400000" flipH="1">
              <a:off x="-1065756" y="2741763"/>
              <a:ext cx="3598025" cy="1537331"/>
            </a:xfrm>
            <a:custGeom>
              <a:avLst/>
              <a:gdLst/>
              <a:ahLst/>
              <a:cxnLst/>
              <a:rect l="l" t="t" r="r" b="b"/>
              <a:pathLst>
                <a:path w="143993" h="61524" extrusionOk="0">
                  <a:moveTo>
                    <a:pt x="25900" y="1"/>
                  </a:moveTo>
                  <a:cubicBezTo>
                    <a:pt x="11671" y="1"/>
                    <a:pt x="1" y="8596"/>
                    <a:pt x="1" y="8596"/>
                  </a:cubicBezTo>
                  <a:lnTo>
                    <a:pt x="186" y="61523"/>
                  </a:lnTo>
                  <a:lnTo>
                    <a:pt x="143993" y="61523"/>
                  </a:lnTo>
                  <a:cubicBezTo>
                    <a:pt x="138074" y="43327"/>
                    <a:pt x="128448" y="39288"/>
                    <a:pt x="117124" y="39288"/>
                  </a:cubicBezTo>
                  <a:cubicBezTo>
                    <a:pt x="108085" y="39288"/>
                    <a:pt x="97965" y="41861"/>
                    <a:pt x="87783" y="41861"/>
                  </a:cubicBezTo>
                  <a:cubicBezTo>
                    <a:pt x="83897" y="41861"/>
                    <a:pt x="80003" y="41486"/>
                    <a:pt x="76156" y="40451"/>
                  </a:cubicBezTo>
                  <a:cubicBezTo>
                    <a:pt x="58842" y="35830"/>
                    <a:pt x="64326" y="18763"/>
                    <a:pt x="43685" y="5269"/>
                  </a:cubicBezTo>
                  <a:cubicBezTo>
                    <a:pt x="37737" y="1386"/>
                    <a:pt x="31612" y="1"/>
                    <a:pt x="2590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61"/>
            <p:cNvSpPr/>
            <p:nvPr/>
          </p:nvSpPr>
          <p:spPr>
            <a:xfrm rot="5400000" flipH="1">
              <a:off x="-627512" y="3888154"/>
              <a:ext cx="2023800" cy="1071475"/>
            </a:xfrm>
            <a:custGeom>
              <a:avLst/>
              <a:gdLst/>
              <a:ahLst/>
              <a:cxnLst/>
              <a:rect l="l" t="t" r="r" b="b"/>
              <a:pathLst>
                <a:path w="80952" h="42859" extrusionOk="0">
                  <a:moveTo>
                    <a:pt x="7027" y="1"/>
                  </a:moveTo>
                  <a:cubicBezTo>
                    <a:pt x="6872" y="1"/>
                    <a:pt x="6717" y="3"/>
                    <a:pt x="6562" y="7"/>
                  </a:cubicBezTo>
                  <a:cubicBezTo>
                    <a:pt x="4866" y="30"/>
                    <a:pt x="3192" y="387"/>
                    <a:pt x="1629" y="1056"/>
                  </a:cubicBezTo>
                  <a:cubicBezTo>
                    <a:pt x="0" y="1793"/>
                    <a:pt x="89" y="2418"/>
                    <a:pt x="335" y="4114"/>
                  </a:cubicBezTo>
                  <a:cubicBezTo>
                    <a:pt x="982" y="8332"/>
                    <a:pt x="1652" y="12528"/>
                    <a:pt x="2321" y="16724"/>
                  </a:cubicBezTo>
                  <a:lnTo>
                    <a:pt x="4241" y="29022"/>
                  </a:lnTo>
                  <a:cubicBezTo>
                    <a:pt x="4866" y="32972"/>
                    <a:pt x="6160" y="37347"/>
                    <a:pt x="6160" y="41342"/>
                  </a:cubicBezTo>
                  <a:cubicBezTo>
                    <a:pt x="6227" y="41676"/>
                    <a:pt x="6294" y="42056"/>
                    <a:pt x="6562" y="42257"/>
                  </a:cubicBezTo>
                  <a:cubicBezTo>
                    <a:pt x="6776" y="42374"/>
                    <a:pt x="7008" y="42440"/>
                    <a:pt x="7256" y="42440"/>
                  </a:cubicBezTo>
                  <a:cubicBezTo>
                    <a:pt x="7292" y="42440"/>
                    <a:pt x="7328" y="42438"/>
                    <a:pt x="7365" y="42435"/>
                  </a:cubicBezTo>
                  <a:cubicBezTo>
                    <a:pt x="18275" y="42693"/>
                    <a:pt x="29189" y="42859"/>
                    <a:pt x="40102" y="42859"/>
                  </a:cubicBezTo>
                  <a:cubicBezTo>
                    <a:pt x="53724" y="42859"/>
                    <a:pt x="67345" y="42601"/>
                    <a:pt x="80951" y="41944"/>
                  </a:cubicBezTo>
                  <a:cubicBezTo>
                    <a:pt x="71220" y="38596"/>
                    <a:pt x="61154" y="36409"/>
                    <a:pt x="50910" y="35450"/>
                  </a:cubicBezTo>
                  <a:cubicBezTo>
                    <a:pt x="46357" y="35003"/>
                    <a:pt x="41513" y="34735"/>
                    <a:pt x="37741" y="32124"/>
                  </a:cubicBezTo>
                  <a:cubicBezTo>
                    <a:pt x="33880" y="29423"/>
                    <a:pt x="31939" y="24781"/>
                    <a:pt x="30443" y="20317"/>
                  </a:cubicBezTo>
                  <a:cubicBezTo>
                    <a:pt x="28948" y="15854"/>
                    <a:pt x="27609" y="11144"/>
                    <a:pt x="24439" y="7663"/>
                  </a:cubicBezTo>
                  <a:cubicBezTo>
                    <a:pt x="22676" y="5743"/>
                    <a:pt x="20422" y="4315"/>
                    <a:pt x="18123" y="3087"/>
                  </a:cubicBezTo>
                  <a:cubicBezTo>
                    <a:pt x="14732" y="1327"/>
                    <a:pt x="10908" y="1"/>
                    <a:pt x="702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29" name="Google Shape;929;p61"/>
          <p:cNvSpPr/>
          <p:nvPr/>
        </p:nvSpPr>
        <p:spPr>
          <a:xfrm rot="10800000" flipH="1">
            <a:off x="7981650" y="2860425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0" name="Google Shape;930;p61"/>
          <p:cNvSpPr/>
          <p:nvPr/>
        </p:nvSpPr>
        <p:spPr>
          <a:xfrm rot="10800000" flipH="1">
            <a:off x="8332050" y="1975150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1" name="Google Shape;931;p61"/>
          <p:cNvSpPr/>
          <p:nvPr/>
        </p:nvSpPr>
        <p:spPr>
          <a:xfrm rot="10800000" flipH="1">
            <a:off x="7932450" y="4287175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2" name="Google Shape;932;p61"/>
          <p:cNvSpPr/>
          <p:nvPr/>
        </p:nvSpPr>
        <p:spPr>
          <a:xfrm rot="10800000" flipH="1">
            <a:off x="7695850" y="1727775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3" name="Google Shape;933;p61"/>
          <p:cNvSpPr/>
          <p:nvPr/>
        </p:nvSpPr>
        <p:spPr>
          <a:xfrm rot="10800000" flipH="1">
            <a:off x="8299488" y="4492000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49">
    <p:spTree>
      <p:nvGrpSpPr>
        <p:cNvPr id="1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64"/>
          <p:cNvSpPr/>
          <p:nvPr/>
        </p:nvSpPr>
        <p:spPr>
          <a:xfrm rot="10800000">
            <a:off x="2251306" y="-128"/>
            <a:ext cx="4462873" cy="1059925"/>
          </a:xfrm>
          <a:custGeom>
            <a:avLst/>
            <a:gdLst/>
            <a:ahLst/>
            <a:cxnLst/>
            <a:rect l="l" t="t" r="r" b="b"/>
            <a:pathLst>
              <a:path w="283357" h="76391" extrusionOk="0">
                <a:moveTo>
                  <a:pt x="0" y="76391"/>
                </a:moveTo>
                <a:cubicBezTo>
                  <a:pt x="0" y="76391"/>
                  <a:pt x="7446" y="11303"/>
                  <a:pt x="69809" y="27459"/>
                </a:cubicBezTo>
                <a:cubicBezTo>
                  <a:pt x="163419" y="51659"/>
                  <a:pt x="141479" y="1"/>
                  <a:pt x="215011" y="3524"/>
                </a:cubicBezTo>
                <a:cubicBezTo>
                  <a:pt x="283357" y="6716"/>
                  <a:pt x="283024" y="76391"/>
                  <a:pt x="283024" y="7639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8" name="Google Shape;958;p64"/>
          <p:cNvSpPr/>
          <p:nvPr/>
        </p:nvSpPr>
        <p:spPr>
          <a:xfrm rot="10799504" flipH="1">
            <a:off x="-6750" y="531"/>
            <a:ext cx="9154265" cy="812300"/>
          </a:xfrm>
          <a:custGeom>
            <a:avLst/>
            <a:gdLst/>
            <a:ahLst/>
            <a:cxnLst/>
            <a:rect l="l" t="t" r="r" b="b"/>
            <a:pathLst>
              <a:path w="264364" h="43920" extrusionOk="0">
                <a:moveTo>
                  <a:pt x="219423" y="1"/>
                </a:moveTo>
                <a:cubicBezTo>
                  <a:pt x="218735" y="1"/>
                  <a:pt x="218026" y="14"/>
                  <a:pt x="217297" y="39"/>
                </a:cubicBezTo>
                <a:cubicBezTo>
                  <a:pt x="193855" y="856"/>
                  <a:pt x="190998" y="14255"/>
                  <a:pt x="172689" y="14255"/>
                </a:cubicBezTo>
                <a:cubicBezTo>
                  <a:pt x="167988" y="14255"/>
                  <a:pt x="162268" y="13372"/>
                  <a:pt x="154919" y="11165"/>
                </a:cubicBezTo>
                <a:cubicBezTo>
                  <a:pt x="146746" y="8716"/>
                  <a:pt x="139552" y="7721"/>
                  <a:pt x="133072" y="7721"/>
                </a:cubicBezTo>
                <a:cubicBezTo>
                  <a:pt x="104893" y="7721"/>
                  <a:pt x="90210" y="26543"/>
                  <a:pt x="67183" y="26543"/>
                </a:cubicBezTo>
                <a:cubicBezTo>
                  <a:pt x="66131" y="26543"/>
                  <a:pt x="65061" y="26504"/>
                  <a:pt x="63971" y="26422"/>
                </a:cubicBezTo>
                <a:cubicBezTo>
                  <a:pt x="34457" y="24207"/>
                  <a:pt x="42828" y="9572"/>
                  <a:pt x="0" y="5305"/>
                </a:cubicBezTo>
                <a:lnTo>
                  <a:pt x="0" y="43920"/>
                </a:lnTo>
                <a:lnTo>
                  <a:pt x="264364" y="43920"/>
                </a:lnTo>
                <a:lnTo>
                  <a:pt x="264364" y="9491"/>
                </a:lnTo>
                <a:cubicBezTo>
                  <a:pt x="261782" y="9924"/>
                  <a:pt x="259493" y="10114"/>
                  <a:pt x="257424" y="10114"/>
                </a:cubicBezTo>
                <a:cubicBezTo>
                  <a:pt x="242345" y="10114"/>
                  <a:pt x="238978" y="1"/>
                  <a:pt x="21942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9" name="Google Shape;959;p64"/>
          <p:cNvSpPr/>
          <p:nvPr/>
        </p:nvSpPr>
        <p:spPr>
          <a:xfrm rot="-10799504">
            <a:off x="236" y="485"/>
            <a:ext cx="9154265" cy="865690"/>
          </a:xfrm>
          <a:custGeom>
            <a:avLst/>
            <a:gdLst/>
            <a:ahLst/>
            <a:cxnLst/>
            <a:rect l="l" t="t" r="r" b="b"/>
            <a:pathLst>
              <a:path w="264364" h="40820" extrusionOk="0">
                <a:moveTo>
                  <a:pt x="224094" y="1"/>
                </a:moveTo>
                <a:cubicBezTo>
                  <a:pt x="221694" y="1"/>
                  <a:pt x="219079" y="167"/>
                  <a:pt x="216217" y="530"/>
                </a:cubicBezTo>
                <a:cubicBezTo>
                  <a:pt x="190574" y="3768"/>
                  <a:pt x="189388" y="22268"/>
                  <a:pt x="168921" y="22268"/>
                </a:cubicBezTo>
                <a:cubicBezTo>
                  <a:pt x="166175" y="22268"/>
                  <a:pt x="163082" y="21935"/>
                  <a:pt x="159536" y="21188"/>
                </a:cubicBezTo>
                <a:cubicBezTo>
                  <a:pt x="147862" y="18719"/>
                  <a:pt x="138271" y="17735"/>
                  <a:pt x="130168" y="17735"/>
                </a:cubicBezTo>
                <a:cubicBezTo>
                  <a:pt x="98424" y="17735"/>
                  <a:pt x="89504" y="32828"/>
                  <a:pt x="67530" y="32828"/>
                </a:cubicBezTo>
                <a:cubicBezTo>
                  <a:pt x="66466" y="32828"/>
                  <a:pt x="65371" y="32792"/>
                  <a:pt x="64241" y="32718"/>
                </a:cubicBezTo>
                <a:cubicBezTo>
                  <a:pt x="34727" y="30801"/>
                  <a:pt x="42828" y="18541"/>
                  <a:pt x="0" y="14842"/>
                </a:cubicBezTo>
                <a:lnTo>
                  <a:pt x="0" y="40819"/>
                </a:lnTo>
                <a:lnTo>
                  <a:pt x="264364" y="40819"/>
                </a:lnTo>
                <a:lnTo>
                  <a:pt x="264364" y="17785"/>
                </a:lnTo>
                <a:cubicBezTo>
                  <a:pt x="250431" y="15121"/>
                  <a:pt x="247008" y="1"/>
                  <a:pt x="22409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0" name="Google Shape;960;p64"/>
          <p:cNvSpPr/>
          <p:nvPr/>
        </p:nvSpPr>
        <p:spPr>
          <a:xfrm rot="-4555973" flipH="1">
            <a:off x="4908829" y="2657012"/>
            <a:ext cx="1457076" cy="4557441"/>
          </a:xfrm>
          <a:custGeom>
            <a:avLst/>
            <a:gdLst/>
            <a:ahLst/>
            <a:cxnLst/>
            <a:rect l="l" t="t" r="r" b="b"/>
            <a:pathLst>
              <a:path w="184937" h="139852" extrusionOk="0">
                <a:moveTo>
                  <a:pt x="59024" y="1"/>
                </a:moveTo>
                <a:cubicBezTo>
                  <a:pt x="37702" y="1"/>
                  <a:pt x="17942" y="12858"/>
                  <a:pt x="11925" y="32587"/>
                </a:cubicBezTo>
                <a:cubicBezTo>
                  <a:pt x="1" y="71595"/>
                  <a:pt x="35681" y="113191"/>
                  <a:pt x="79310" y="130384"/>
                </a:cubicBezTo>
                <a:cubicBezTo>
                  <a:pt x="95983" y="136984"/>
                  <a:pt x="112612" y="139851"/>
                  <a:pt x="127490" y="139851"/>
                </a:cubicBezTo>
                <a:cubicBezTo>
                  <a:pt x="160532" y="139851"/>
                  <a:pt x="184937" y="125708"/>
                  <a:pt x="182005" y="106905"/>
                </a:cubicBezTo>
                <a:cubicBezTo>
                  <a:pt x="175997" y="67251"/>
                  <a:pt x="140409" y="105334"/>
                  <a:pt x="114805" y="42848"/>
                </a:cubicBezTo>
                <a:cubicBezTo>
                  <a:pt x="102395" y="12395"/>
                  <a:pt x="79957" y="1"/>
                  <a:pt x="5902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1" name="Google Shape;961;p64"/>
          <p:cNvSpPr/>
          <p:nvPr/>
        </p:nvSpPr>
        <p:spPr>
          <a:xfrm rot="10800000" flipH="1">
            <a:off x="1" y="4443074"/>
            <a:ext cx="9154264" cy="836745"/>
          </a:xfrm>
          <a:custGeom>
            <a:avLst/>
            <a:gdLst/>
            <a:ahLst/>
            <a:cxnLst/>
            <a:rect l="l" t="t" r="r" b="b"/>
            <a:pathLst>
              <a:path w="264364" h="48804" extrusionOk="0">
                <a:moveTo>
                  <a:pt x="0" y="1"/>
                </a:moveTo>
                <a:lnTo>
                  <a:pt x="0" y="34052"/>
                </a:lnTo>
                <a:cubicBezTo>
                  <a:pt x="3219" y="35165"/>
                  <a:pt x="6028" y="35625"/>
                  <a:pt x="8547" y="35625"/>
                </a:cubicBezTo>
                <a:cubicBezTo>
                  <a:pt x="20567" y="35625"/>
                  <a:pt x="25980" y="25146"/>
                  <a:pt x="37813" y="25146"/>
                </a:cubicBezTo>
                <a:cubicBezTo>
                  <a:pt x="42388" y="25146"/>
                  <a:pt x="47922" y="26712"/>
                  <a:pt x="55168" y="31055"/>
                </a:cubicBezTo>
                <a:cubicBezTo>
                  <a:pt x="70462" y="40234"/>
                  <a:pt x="80176" y="48502"/>
                  <a:pt x="91777" y="48502"/>
                </a:cubicBezTo>
                <a:cubicBezTo>
                  <a:pt x="98366" y="48502"/>
                  <a:pt x="105563" y="45836"/>
                  <a:pt x="114738" y="39155"/>
                </a:cubicBezTo>
                <a:cubicBezTo>
                  <a:pt x="122916" y="33205"/>
                  <a:pt x="129075" y="31386"/>
                  <a:pt x="134351" y="31386"/>
                </a:cubicBezTo>
                <a:cubicBezTo>
                  <a:pt x="142654" y="31386"/>
                  <a:pt x="148772" y="35892"/>
                  <a:pt x="157136" y="35892"/>
                </a:cubicBezTo>
                <a:cubicBezTo>
                  <a:pt x="163427" y="35892"/>
                  <a:pt x="170988" y="33343"/>
                  <a:pt x="181706" y="24412"/>
                </a:cubicBezTo>
                <a:cubicBezTo>
                  <a:pt x="184794" y="21838"/>
                  <a:pt x="187774" y="20762"/>
                  <a:pt x="190680" y="20762"/>
                </a:cubicBezTo>
                <a:cubicBezTo>
                  <a:pt x="205031" y="20762"/>
                  <a:pt x="217584" y="46994"/>
                  <a:pt x="232473" y="48634"/>
                </a:cubicBezTo>
                <a:cubicBezTo>
                  <a:pt x="233525" y="48749"/>
                  <a:pt x="234513" y="48803"/>
                  <a:pt x="235446" y="48803"/>
                </a:cubicBezTo>
                <a:cubicBezTo>
                  <a:pt x="246713" y="48803"/>
                  <a:pt x="250150" y="40916"/>
                  <a:pt x="264364" y="38048"/>
                </a:cubicBezTo>
                <a:lnTo>
                  <a:pt x="26436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2" name="Google Shape;962;p64"/>
          <p:cNvSpPr/>
          <p:nvPr/>
        </p:nvSpPr>
        <p:spPr>
          <a:xfrm rot="10800000" flipH="1">
            <a:off x="-6750" y="4366693"/>
            <a:ext cx="9161260" cy="917583"/>
          </a:xfrm>
          <a:custGeom>
            <a:avLst/>
            <a:gdLst/>
            <a:ahLst/>
            <a:cxnLst/>
            <a:rect l="l" t="t" r="r" b="b"/>
            <a:pathLst>
              <a:path w="264337" h="53519" extrusionOk="0">
                <a:moveTo>
                  <a:pt x="0" y="0"/>
                </a:moveTo>
                <a:lnTo>
                  <a:pt x="0" y="15527"/>
                </a:lnTo>
                <a:cubicBezTo>
                  <a:pt x="1926" y="15152"/>
                  <a:pt x="3735" y="14976"/>
                  <a:pt x="5438" y="14976"/>
                </a:cubicBezTo>
                <a:cubicBezTo>
                  <a:pt x="30663" y="14976"/>
                  <a:pt x="32875" y="53519"/>
                  <a:pt x="53900" y="53519"/>
                </a:cubicBezTo>
                <a:cubicBezTo>
                  <a:pt x="54445" y="53519"/>
                  <a:pt x="55002" y="53493"/>
                  <a:pt x="55573" y="53440"/>
                </a:cubicBezTo>
                <a:cubicBezTo>
                  <a:pt x="76094" y="51555"/>
                  <a:pt x="75382" y="25592"/>
                  <a:pt x="95618" y="25592"/>
                </a:cubicBezTo>
                <a:cubicBezTo>
                  <a:pt x="98284" y="25592"/>
                  <a:pt x="101312" y="26042"/>
                  <a:pt x="104800" y="27057"/>
                </a:cubicBezTo>
                <a:cubicBezTo>
                  <a:pt x="116474" y="30462"/>
                  <a:pt x="126065" y="31818"/>
                  <a:pt x="134168" y="31818"/>
                </a:cubicBezTo>
                <a:cubicBezTo>
                  <a:pt x="165913" y="31818"/>
                  <a:pt x="174833" y="11001"/>
                  <a:pt x="196809" y="11001"/>
                </a:cubicBezTo>
                <a:cubicBezTo>
                  <a:pt x="197872" y="11001"/>
                  <a:pt x="198967" y="11050"/>
                  <a:pt x="200095" y="11152"/>
                </a:cubicBezTo>
                <a:cubicBezTo>
                  <a:pt x="229610" y="13799"/>
                  <a:pt x="221509" y="30730"/>
                  <a:pt x="264337" y="35806"/>
                </a:cubicBezTo>
                <a:lnTo>
                  <a:pt x="26433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3" name="Google Shape;963;p64"/>
          <p:cNvSpPr/>
          <p:nvPr/>
        </p:nvSpPr>
        <p:spPr>
          <a:xfrm rot="5400000">
            <a:off x="8226781" y="4253431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4" name="Google Shape;964;p64"/>
          <p:cNvSpPr/>
          <p:nvPr/>
        </p:nvSpPr>
        <p:spPr>
          <a:xfrm rot="5400000">
            <a:off x="2775969" y="4375819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5" name="Google Shape;965;p64"/>
          <p:cNvSpPr/>
          <p:nvPr/>
        </p:nvSpPr>
        <p:spPr>
          <a:xfrm rot="-5400000">
            <a:off x="6531806" y="4154869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6" name="Google Shape;966;p64"/>
          <p:cNvSpPr/>
          <p:nvPr/>
        </p:nvSpPr>
        <p:spPr>
          <a:xfrm rot="5400000">
            <a:off x="420981" y="3913306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7" name="Google Shape;967;p64"/>
          <p:cNvSpPr/>
          <p:nvPr/>
        </p:nvSpPr>
        <p:spPr>
          <a:xfrm rot="5400000">
            <a:off x="7233206" y="816606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8" name="Google Shape;968;p64"/>
          <p:cNvSpPr/>
          <p:nvPr/>
        </p:nvSpPr>
        <p:spPr>
          <a:xfrm rot="5400000">
            <a:off x="5881019" y="716544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9" name="Google Shape;969;p64"/>
          <p:cNvSpPr/>
          <p:nvPr/>
        </p:nvSpPr>
        <p:spPr>
          <a:xfrm rot="5400000">
            <a:off x="2521581" y="664081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50">
    <p:spTree>
      <p:nvGrpSpPr>
        <p:cNvPr id="1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p65"/>
          <p:cNvSpPr/>
          <p:nvPr/>
        </p:nvSpPr>
        <p:spPr>
          <a:xfrm rot="10800000" flipH="1">
            <a:off x="1206036" y="4410874"/>
            <a:ext cx="3936983" cy="732774"/>
          </a:xfrm>
          <a:custGeom>
            <a:avLst/>
            <a:gdLst/>
            <a:ahLst/>
            <a:cxnLst/>
            <a:rect l="l" t="t" r="r" b="b"/>
            <a:pathLst>
              <a:path w="299106" h="92815" extrusionOk="0">
                <a:moveTo>
                  <a:pt x="296744" y="0"/>
                </a:moveTo>
                <a:cubicBezTo>
                  <a:pt x="296744" y="0"/>
                  <a:pt x="299105" y="58876"/>
                  <a:pt x="213742" y="35045"/>
                </a:cubicBezTo>
                <a:cubicBezTo>
                  <a:pt x="149627" y="17191"/>
                  <a:pt x="133321" y="92815"/>
                  <a:pt x="82635" y="92815"/>
                </a:cubicBezTo>
                <a:cubicBezTo>
                  <a:pt x="45376" y="92815"/>
                  <a:pt x="1" y="70755"/>
                  <a:pt x="13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2" name="Google Shape;972;p65"/>
          <p:cNvSpPr/>
          <p:nvPr/>
        </p:nvSpPr>
        <p:spPr>
          <a:xfrm flipH="1">
            <a:off x="3939637" y="98"/>
            <a:ext cx="5126677" cy="1295929"/>
          </a:xfrm>
          <a:custGeom>
            <a:avLst/>
            <a:gdLst/>
            <a:ahLst/>
            <a:cxnLst/>
            <a:rect l="l" t="t" r="r" b="b"/>
            <a:pathLst>
              <a:path w="299106" h="92815" extrusionOk="0">
                <a:moveTo>
                  <a:pt x="296744" y="0"/>
                </a:moveTo>
                <a:cubicBezTo>
                  <a:pt x="296744" y="0"/>
                  <a:pt x="299105" y="58876"/>
                  <a:pt x="213742" y="35045"/>
                </a:cubicBezTo>
                <a:cubicBezTo>
                  <a:pt x="149627" y="17191"/>
                  <a:pt x="133321" y="92815"/>
                  <a:pt x="82635" y="92815"/>
                </a:cubicBezTo>
                <a:cubicBezTo>
                  <a:pt x="45376" y="92815"/>
                  <a:pt x="1" y="70755"/>
                  <a:pt x="13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3" name="Google Shape;973;p65"/>
          <p:cNvSpPr/>
          <p:nvPr/>
        </p:nvSpPr>
        <p:spPr>
          <a:xfrm rot="10800000">
            <a:off x="-1374513" y="4141676"/>
            <a:ext cx="5735030" cy="1001972"/>
          </a:xfrm>
          <a:custGeom>
            <a:avLst/>
            <a:gdLst/>
            <a:ahLst/>
            <a:cxnLst/>
            <a:rect l="l" t="t" r="r" b="b"/>
            <a:pathLst>
              <a:path w="295582" h="107710" extrusionOk="0">
                <a:moveTo>
                  <a:pt x="3890" y="648"/>
                </a:moveTo>
                <a:cubicBezTo>
                  <a:pt x="3890" y="648"/>
                  <a:pt x="1" y="60607"/>
                  <a:pt x="64065" y="49263"/>
                </a:cubicBezTo>
                <a:cubicBezTo>
                  <a:pt x="132883" y="37164"/>
                  <a:pt x="123484" y="107710"/>
                  <a:pt x="183551" y="107710"/>
                </a:cubicBezTo>
                <a:cubicBezTo>
                  <a:pt x="232814" y="107710"/>
                  <a:pt x="209155" y="40513"/>
                  <a:pt x="252368" y="34787"/>
                </a:cubicBezTo>
                <a:cubicBezTo>
                  <a:pt x="295582" y="29061"/>
                  <a:pt x="285751" y="0"/>
                  <a:pt x="28575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4" name="Google Shape;974;p65"/>
          <p:cNvSpPr/>
          <p:nvPr/>
        </p:nvSpPr>
        <p:spPr>
          <a:xfrm rot="10800000" flipH="1">
            <a:off x="5013459" y="204"/>
            <a:ext cx="4130832" cy="1472837"/>
          </a:xfrm>
          <a:custGeom>
            <a:avLst/>
            <a:gdLst/>
            <a:ahLst/>
            <a:cxnLst/>
            <a:rect l="l" t="t" r="r" b="b"/>
            <a:pathLst>
              <a:path w="285673" h="154588" extrusionOk="0">
                <a:moveTo>
                  <a:pt x="2715" y="154588"/>
                </a:moveTo>
                <a:cubicBezTo>
                  <a:pt x="2715" y="154588"/>
                  <a:pt x="0" y="113633"/>
                  <a:pt x="45298" y="113633"/>
                </a:cubicBezTo>
                <a:cubicBezTo>
                  <a:pt x="90596" y="113633"/>
                  <a:pt x="125888" y="112160"/>
                  <a:pt x="135972" y="50651"/>
                </a:cubicBezTo>
                <a:cubicBezTo>
                  <a:pt x="144194" y="621"/>
                  <a:pt x="221914" y="1"/>
                  <a:pt x="238978" y="40955"/>
                </a:cubicBezTo>
                <a:cubicBezTo>
                  <a:pt x="255965" y="81987"/>
                  <a:pt x="285673" y="81987"/>
                  <a:pt x="285673" y="81987"/>
                </a:cubicBezTo>
                <a:lnTo>
                  <a:pt x="285673" y="15458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5" name="Google Shape;975;p65"/>
          <p:cNvSpPr/>
          <p:nvPr/>
        </p:nvSpPr>
        <p:spPr>
          <a:xfrm rot="10800000">
            <a:off x="5628786" y="490"/>
            <a:ext cx="3515148" cy="1472658"/>
          </a:xfrm>
          <a:custGeom>
            <a:avLst/>
            <a:gdLst/>
            <a:ahLst/>
            <a:cxnLst/>
            <a:rect l="l" t="t" r="r" b="b"/>
            <a:pathLst>
              <a:path w="305002" h="196093" extrusionOk="0">
                <a:moveTo>
                  <a:pt x="0" y="27686"/>
                </a:moveTo>
                <a:cubicBezTo>
                  <a:pt x="0" y="27686"/>
                  <a:pt x="68206" y="0"/>
                  <a:pt x="88558" y="59039"/>
                </a:cubicBezTo>
                <a:cubicBezTo>
                  <a:pt x="108910" y="118077"/>
                  <a:pt x="211769" y="29244"/>
                  <a:pt x="211769" y="120186"/>
                </a:cubicBezTo>
                <a:cubicBezTo>
                  <a:pt x="211769" y="172257"/>
                  <a:pt x="305002" y="135404"/>
                  <a:pt x="280800" y="196092"/>
                </a:cubicBezTo>
                <a:lnTo>
                  <a:pt x="0" y="196092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6" name="Google Shape;976;p65"/>
          <p:cNvSpPr/>
          <p:nvPr/>
        </p:nvSpPr>
        <p:spPr>
          <a:xfrm rot="10800000" flipH="1">
            <a:off x="-77156" y="4263470"/>
            <a:ext cx="3937105" cy="880179"/>
          </a:xfrm>
          <a:custGeom>
            <a:avLst/>
            <a:gdLst/>
            <a:ahLst/>
            <a:cxnLst/>
            <a:rect l="l" t="t" r="r" b="b"/>
            <a:pathLst>
              <a:path w="294198" h="130204" extrusionOk="0">
                <a:moveTo>
                  <a:pt x="283570" y="0"/>
                </a:moveTo>
                <a:cubicBezTo>
                  <a:pt x="283570" y="0"/>
                  <a:pt x="294198" y="57826"/>
                  <a:pt x="203889" y="45181"/>
                </a:cubicBezTo>
                <a:cubicBezTo>
                  <a:pt x="141812" y="36461"/>
                  <a:pt x="157999" y="89109"/>
                  <a:pt x="113581" y="109929"/>
                </a:cubicBezTo>
                <a:cubicBezTo>
                  <a:pt x="70252" y="130203"/>
                  <a:pt x="37442" y="67963"/>
                  <a:pt x="0" y="114071"/>
                </a:cubicBezTo>
                <a:lnTo>
                  <a:pt x="0" y="436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7" name="Google Shape;977;p65"/>
          <p:cNvSpPr/>
          <p:nvPr/>
        </p:nvSpPr>
        <p:spPr>
          <a:xfrm>
            <a:off x="1958250" y="4072025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8" name="Google Shape;978;p65"/>
          <p:cNvSpPr/>
          <p:nvPr/>
        </p:nvSpPr>
        <p:spPr>
          <a:xfrm>
            <a:off x="285300" y="3855625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9" name="Google Shape;979;p65"/>
          <p:cNvSpPr/>
          <p:nvPr/>
        </p:nvSpPr>
        <p:spPr>
          <a:xfrm>
            <a:off x="4522800" y="4892750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0" name="Google Shape;980;p65"/>
          <p:cNvSpPr/>
          <p:nvPr/>
        </p:nvSpPr>
        <p:spPr>
          <a:xfrm rot="10800000" flipH="1">
            <a:off x="6363775" y="1132525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1" name="Google Shape;981;p65"/>
          <p:cNvSpPr/>
          <p:nvPr/>
        </p:nvSpPr>
        <p:spPr>
          <a:xfrm rot="10800000" flipH="1">
            <a:off x="8271400" y="1341500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2" name="Google Shape;982;p65"/>
          <p:cNvSpPr/>
          <p:nvPr/>
        </p:nvSpPr>
        <p:spPr>
          <a:xfrm rot="10800000" flipH="1">
            <a:off x="4360525" y="323375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51">
    <p:spTree>
      <p:nvGrpSpPr>
        <p:cNvPr id="1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66"/>
          <p:cNvSpPr/>
          <p:nvPr/>
        </p:nvSpPr>
        <p:spPr>
          <a:xfrm rot="-5400000" flipH="1">
            <a:off x="7050252" y="2575411"/>
            <a:ext cx="2443246" cy="939991"/>
          </a:xfrm>
          <a:custGeom>
            <a:avLst/>
            <a:gdLst/>
            <a:ahLst/>
            <a:cxnLst/>
            <a:rect l="l" t="t" r="r" b="b"/>
            <a:pathLst>
              <a:path w="283357" h="76391" extrusionOk="0">
                <a:moveTo>
                  <a:pt x="0" y="76391"/>
                </a:moveTo>
                <a:cubicBezTo>
                  <a:pt x="0" y="76391"/>
                  <a:pt x="7446" y="11303"/>
                  <a:pt x="69809" y="27459"/>
                </a:cubicBezTo>
                <a:cubicBezTo>
                  <a:pt x="163419" y="51659"/>
                  <a:pt x="141479" y="1"/>
                  <a:pt x="215011" y="3524"/>
                </a:cubicBezTo>
                <a:cubicBezTo>
                  <a:pt x="283357" y="6716"/>
                  <a:pt x="283024" y="76391"/>
                  <a:pt x="283024" y="7639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5" name="Google Shape;985;p66"/>
          <p:cNvSpPr/>
          <p:nvPr/>
        </p:nvSpPr>
        <p:spPr>
          <a:xfrm rot="-5399497">
            <a:off x="6325430" y="1701197"/>
            <a:ext cx="4515337" cy="1121168"/>
          </a:xfrm>
          <a:custGeom>
            <a:avLst/>
            <a:gdLst/>
            <a:ahLst/>
            <a:cxnLst/>
            <a:rect l="l" t="t" r="r" b="b"/>
            <a:pathLst>
              <a:path w="264364" h="43920" extrusionOk="0">
                <a:moveTo>
                  <a:pt x="219423" y="1"/>
                </a:moveTo>
                <a:cubicBezTo>
                  <a:pt x="218735" y="1"/>
                  <a:pt x="218026" y="14"/>
                  <a:pt x="217297" y="39"/>
                </a:cubicBezTo>
                <a:cubicBezTo>
                  <a:pt x="193855" y="856"/>
                  <a:pt x="190998" y="14255"/>
                  <a:pt x="172689" y="14255"/>
                </a:cubicBezTo>
                <a:cubicBezTo>
                  <a:pt x="167988" y="14255"/>
                  <a:pt x="162268" y="13372"/>
                  <a:pt x="154919" y="11165"/>
                </a:cubicBezTo>
                <a:cubicBezTo>
                  <a:pt x="146746" y="8716"/>
                  <a:pt x="139552" y="7721"/>
                  <a:pt x="133072" y="7721"/>
                </a:cubicBezTo>
                <a:cubicBezTo>
                  <a:pt x="104893" y="7721"/>
                  <a:pt x="90210" y="26543"/>
                  <a:pt x="67183" y="26543"/>
                </a:cubicBezTo>
                <a:cubicBezTo>
                  <a:pt x="66131" y="26543"/>
                  <a:pt x="65061" y="26504"/>
                  <a:pt x="63971" y="26422"/>
                </a:cubicBezTo>
                <a:cubicBezTo>
                  <a:pt x="34457" y="24207"/>
                  <a:pt x="42828" y="9572"/>
                  <a:pt x="0" y="5305"/>
                </a:cubicBezTo>
                <a:lnTo>
                  <a:pt x="0" y="43920"/>
                </a:lnTo>
                <a:lnTo>
                  <a:pt x="264364" y="43920"/>
                </a:lnTo>
                <a:lnTo>
                  <a:pt x="264364" y="9491"/>
                </a:lnTo>
                <a:cubicBezTo>
                  <a:pt x="261782" y="9924"/>
                  <a:pt x="259493" y="10114"/>
                  <a:pt x="257424" y="10114"/>
                </a:cubicBezTo>
                <a:cubicBezTo>
                  <a:pt x="242345" y="10114"/>
                  <a:pt x="238978" y="1"/>
                  <a:pt x="21942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6" name="Google Shape;986;p66"/>
          <p:cNvSpPr/>
          <p:nvPr/>
        </p:nvSpPr>
        <p:spPr>
          <a:xfrm rot="-5400440" flipH="1">
            <a:off x="5965428" y="1974301"/>
            <a:ext cx="5161707" cy="1194801"/>
          </a:xfrm>
          <a:custGeom>
            <a:avLst/>
            <a:gdLst/>
            <a:ahLst/>
            <a:cxnLst/>
            <a:rect l="l" t="t" r="r" b="b"/>
            <a:pathLst>
              <a:path w="264364" h="40820" extrusionOk="0">
                <a:moveTo>
                  <a:pt x="224094" y="1"/>
                </a:moveTo>
                <a:cubicBezTo>
                  <a:pt x="221694" y="1"/>
                  <a:pt x="219079" y="167"/>
                  <a:pt x="216217" y="530"/>
                </a:cubicBezTo>
                <a:cubicBezTo>
                  <a:pt x="190574" y="3768"/>
                  <a:pt x="189388" y="22268"/>
                  <a:pt x="168921" y="22268"/>
                </a:cubicBezTo>
                <a:cubicBezTo>
                  <a:pt x="166175" y="22268"/>
                  <a:pt x="163082" y="21935"/>
                  <a:pt x="159536" y="21188"/>
                </a:cubicBezTo>
                <a:cubicBezTo>
                  <a:pt x="147862" y="18719"/>
                  <a:pt x="138271" y="17735"/>
                  <a:pt x="130168" y="17735"/>
                </a:cubicBezTo>
                <a:cubicBezTo>
                  <a:pt x="98424" y="17735"/>
                  <a:pt x="89504" y="32828"/>
                  <a:pt x="67530" y="32828"/>
                </a:cubicBezTo>
                <a:cubicBezTo>
                  <a:pt x="66466" y="32828"/>
                  <a:pt x="65371" y="32792"/>
                  <a:pt x="64241" y="32718"/>
                </a:cubicBezTo>
                <a:cubicBezTo>
                  <a:pt x="34727" y="30801"/>
                  <a:pt x="42828" y="18541"/>
                  <a:pt x="0" y="14842"/>
                </a:cubicBezTo>
                <a:lnTo>
                  <a:pt x="0" y="40819"/>
                </a:lnTo>
                <a:lnTo>
                  <a:pt x="264364" y="40819"/>
                </a:lnTo>
                <a:lnTo>
                  <a:pt x="264364" y="17785"/>
                </a:lnTo>
                <a:cubicBezTo>
                  <a:pt x="250431" y="15121"/>
                  <a:pt x="247008" y="1"/>
                  <a:pt x="22409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7" name="Google Shape;987;p66"/>
          <p:cNvSpPr/>
          <p:nvPr/>
        </p:nvSpPr>
        <p:spPr>
          <a:xfrm rot="-5400000">
            <a:off x="-1791843" y="1811847"/>
            <a:ext cx="5127422" cy="1543736"/>
          </a:xfrm>
          <a:custGeom>
            <a:avLst/>
            <a:gdLst/>
            <a:ahLst/>
            <a:cxnLst/>
            <a:rect l="l" t="t" r="r" b="b"/>
            <a:pathLst>
              <a:path w="246008" h="61867" extrusionOk="0">
                <a:moveTo>
                  <a:pt x="1" y="0"/>
                </a:moveTo>
                <a:cubicBezTo>
                  <a:pt x="1" y="0"/>
                  <a:pt x="3900" y="44992"/>
                  <a:pt x="39194" y="57840"/>
                </a:cubicBezTo>
                <a:cubicBezTo>
                  <a:pt x="46974" y="60669"/>
                  <a:pt x="53930" y="61867"/>
                  <a:pt x="60240" y="61867"/>
                </a:cubicBezTo>
                <a:cubicBezTo>
                  <a:pt x="95172" y="61867"/>
                  <a:pt x="110319" y="25159"/>
                  <a:pt x="135837" y="25159"/>
                </a:cubicBezTo>
                <a:cubicBezTo>
                  <a:pt x="138295" y="25159"/>
                  <a:pt x="140849" y="25499"/>
                  <a:pt x="143526" y="26246"/>
                </a:cubicBezTo>
                <a:cubicBezTo>
                  <a:pt x="159260" y="30639"/>
                  <a:pt x="172714" y="32419"/>
                  <a:pt x="184185" y="32419"/>
                </a:cubicBezTo>
                <a:cubicBezTo>
                  <a:pt x="233145" y="32419"/>
                  <a:pt x="246008" y="0"/>
                  <a:pt x="24600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8" name="Google Shape;988;p66"/>
          <p:cNvSpPr/>
          <p:nvPr/>
        </p:nvSpPr>
        <p:spPr>
          <a:xfrm rot="-5400000">
            <a:off x="-1926425" y="1930649"/>
            <a:ext cx="5143202" cy="1290352"/>
          </a:xfrm>
          <a:custGeom>
            <a:avLst/>
            <a:gdLst/>
            <a:ahLst/>
            <a:cxnLst/>
            <a:rect l="l" t="t" r="r" b="b"/>
            <a:pathLst>
              <a:path w="264364" h="61984" extrusionOk="0">
                <a:moveTo>
                  <a:pt x="0" y="0"/>
                </a:moveTo>
                <a:lnTo>
                  <a:pt x="0" y="60406"/>
                </a:lnTo>
                <a:cubicBezTo>
                  <a:pt x="2845" y="61497"/>
                  <a:pt x="5907" y="61983"/>
                  <a:pt x="9094" y="61983"/>
                </a:cubicBezTo>
                <a:cubicBezTo>
                  <a:pt x="26664" y="61983"/>
                  <a:pt x="48053" y="47209"/>
                  <a:pt x="57950" y="37427"/>
                </a:cubicBezTo>
                <a:cubicBezTo>
                  <a:pt x="64434" y="31013"/>
                  <a:pt x="70724" y="28611"/>
                  <a:pt x="76592" y="28611"/>
                </a:cubicBezTo>
                <a:cubicBezTo>
                  <a:pt x="86364" y="28611"/>
                  <a:pt x="94966" y="35275"/>
                  <a:pt x="101344" y="41180"/>
                </a:cubicBezTo>
                <a:cubicBezTo>
                  <a:pt x="109706" y="48911"/>
                  <a:pt x="119411" y="51657"/>
                  <a:pt x="128732" y="51657"/>
                </a:cubicBezTo>
                <a:cubicBezTo>
                  <a:pt x="140963" y="51657"/>
                  <a:pt x="152533" y="46928"/>
                  <a:pt x="159536" y="42530"/>
                </a:cubicBezTo>
                <a:cubicBezTo>
                  <a:pt x="163971" y="39737"/>
                  <a:pt x="167611" y="38614"/>
                  <a:pt x="170732" y="38614"/>
                </a:cubicBezTo>
                <a:cubicBezTo>
                  <a:pt x="183490" y="38614"/>
                  <a:pt x="187572" y="57371"/>
                  <a:pt x="201829" y="57371"/>
                </a:cubicBezTo>
                <a:cubicBezTo>
                  <a:pt x="204682" y="57371"/>
                  <a:pt x="207942" y="56619"/>
                  <a:pt x="211761" y="54817"/>
                </a:cubicBezTo>
                <a:cubicBezTo>
                  <a:pt x="216023" y="52806"/>
                  <a:pt x="220035" y="52096"/>
                  <a:pt x="223864" y="52096"/>
                </a:cubicBezTo>
                <a:cubicBezTo>
                  <a:pt x="233065" y="52096"/>
                  <a:pt x="241204" y="56197"/>
                  <a:pt x="249202" y="56197"/>
                </a:cubicBezTo>
                <a:cubicBezTo>
                  <a:pt x="254235" y="56197"/>
                  <a:pt x="259212" y="54573"/>
                  <a:pt x="264364" y="49281"/>
                </a:cubicBezTo>
                <a:lnTo>
                  <a:pt x="26436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9" name="Google Shape;989;p66"/>
          <p:cNvSpPr/>
          <p:nvPr/>
        </p:nvSpPr>
        <p:spPr>
          <a:xfrm rot="-5400000" flipH="1">
            <a:off x="-1877527" y="1881640"/>
            <a:ext cx="5143337" cy="1388283"/>
          </a:xfrm>
          <a:custGeom>
            <a:avLst/>
            <a:gdLst/>
            <a:ahLst/>
            <a:cxnLst/>
            <a:rect l="l" t="t" r="r" b="b"/>
            <a:pathLst>
              <a:path w="264337" h="53519" extrusionOk="0">
                <a:moveTo>
                  <a:pt x="0" y="0"/>
                </a:moveTo>
                <a:lnTo>
                  <a:pt x="0" y="15527"/>
                </a:lnTo>
                <a:cubicBezTo>
                  <a:pt x="1926" y="15152"/>
                  <a:pt x="3735" y="14976"/>
                  <a:pt x="5438" y="14976"/>
                </a:cubicBezTo>
                <a:cubicBezTo>
                  <a:pt x="30663" y="14976"/>
                  <a:pt x="32875" y="53519"/>
                  <a:pt x="53900" y="53519"/>
                </a:cubicBezTo>
                <a:cubicBezTo>
                  <a:pt x="54445" y="53519"/>
                  <a:pt x="55002" y="53493"/>
                  <a:pt x="55573" y="53440"/>
                </a:cubicBezTo>
                <a:cubicBezTo>
                  <a:pt x="76094" y="51555"/>
                  <a:pt x="75382" y="25592"/>
                  <a:pt x="95618" y="25592"/>
                </a:cubicBezTo>
                <a:cubicBezTo>
                  <a:pt x="98284" y="25592"/>
                  <a:pt x="101312" y="26042"/>
                  <a:pt x="104800" y="27057"/>
                </a:cubicBezTo>
                <a:cubicBezTo>
                  <a:pt x="116474" y="30462"/>
                  <a:pt x="126065" y="31818"/>
                  <a:pt x="134168" y="31818"/>
                </a:cubicBezTo>
                <a:cubicBezTo>
                  <a:pt x="165913" y="31818"/>
                  <a:pt x="174833" y="11001"/>
                  <a:pt x="196809" y="11001"/>
                </a:cubicBezTo>
                <a:cubicBezTo>
                  <a:pt x="197872" y="11001"/>
                  <a:pt x="198967" y="11050"/>
                  <a:pt x="200095" y="11152"/>
                </a:cubicBezTo>
                <a:cubicBezTo>
                  <a:pt x="229610" y="13799"/>
                  <a:pt x="221509" y="30730"/>
                  <a:pt x="264337" y="35806"/>
                </a:cubicBezTo>
                <a:lnTo>
                  <a:pt x="26433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0" name="Google Shape;990;p66"/>
          <p:cNvSpPr/>
          <p:nvPr/>
        </p:nvSpPr>
        <p:spPr>
          <a:xfrm>
            <a:off x="1104550" y="2710300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1" name="Google Shape;991;p66"/>
          <p:cNvSpPr/>
          <p:nvPr/>
        </p:nvSpPr>
        <p:spPr>
          <a:xfrm>
            <a:off x="1553300" y="3452550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2" name="Google Shape;992;p66"/>
          <p:cNvSpPr/>
          <p:nvPr/>
        </p:nvSpPr>
        <p:spPr>
          <a:xfrm>
            <a:off x="804350" y="1051325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3" name="Google Shape;993;p66"/>
          <p:cNvSpPr/>
          <p:nvPr/>
        </p:nvSpPr>
        <p:spPr>
          <a:xfrm>
            <a:off x="1169650" y="4168325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4" name="Google Shape;994;p66"/>
          <p:cNvSpPr/>
          <p:nvPr/>
        </p:nvSpPr>
        <p:spPr>
          <a:xfrm>
            <a:off x="1520738" y="716900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5" name="Google Shape;995;p66"/>
          <p:cNvSpPr/>
          <p:nvPr/>
        </p:nvSpPr>
        <p:spPr>
          <a:xfrm rot="10800000" flipH="1">
            <a:off x="8332050" y="1975150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6" name="Google Shape;996;p66"/>
          <p:cNvSpPr/>
          <p:nvPr/>
        </p:nvSpPr>
        <p:spPr>
          <a:xfrm rot="10800000" flipH="1">
            <a:off x="7695850" y="1006475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7" name="Google Shape;997;p66"/>
          <p:cNvSpPr/>
          <p:nvPr/>
        </p:nvSpPr>
        <p:spPr>
          <a:xfrm rot="10800000" flipH="1">
            <a:off x="7794238" y="4492000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52">
    <p:spTree>
      <p:nvGrpSpPr>
        <p:cNvPr id="1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67"/>
          <p:cNvSpPr/>
          <p:nvPr/>
        </p:nvSpPr>
        <p:spPr>
          <a:xfrm rot="-5911893" flipH="1">
            <a:off x="-358275" y="-757650"/>
            <a:ext cx="1679785" cy="2039064"/>
          </a:xfrm>
          <a:custGeom>
            <a:avLst/>
            <a:gdLst/>
            <a:ahLst/>
            <a:cxnLst/>
            <a:rect l="l" t="t" r="r" b="b"/>
            <a:pathLst>
              <a:path w="184937" h="139852" extrusionOk="0">
                <a:moveTo>
                  <a:pt x="59024" y="1"/>
                </a:moveTo>
                <a:cubicBezTo>
                  <a:pt x="37702" y="1"/>
                  <a:pt x="17942" y="12858"/>
                  <a:pt x="11925" y="32587"/>
                </a:cubicBezTo>
                <a:cubicBezTo>
                  <a:pt x="1" y="71595"/>
                  <a:pt x="35681" y="113191"/>
                  <a:pt x="79310" y="130384"/>
                </a:cubicBezTo>
                <a:cubicBezTo>
                  <a:pt x="95983" y="136984"/>
                  <a:pt x="112612" y="139851"/>
                  <a:pt x="127490" y="139851"/>
                </a:cubicBezTo>
                <a:cubicBezTo>
                  <a:pt x="160532" y="139851"/>
                  <a:pt x="184937" y="125708"/>
                  <a:pt x="182005" y="106905"/>
                </a:cubicBezTo>
                <a:cubicBezTo>
                  <a:pt x="175997" y="67251"/>
                  <a:pt x="140409" y="105334"/>
                  <a:pt x="114805" y="42848"/>
                </a:cubicBezTo>
                <a:cubicBezTo>
                  <a:pt x="102395" y="12395"/>
                  <a:pt x="79957" y="1"/>
                  <a:pt x="5902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0" name="Google Shape;1000;p67"/>
          <p:cNvSpPr/>
          <p:nvPr/>
        </p:nvSpPr>
        <p:spPr>
          <a:xfrm rot="-515846" flipH="1">
            <a:off x="-1764995" y="-321140"/>
            <a:ext cx="4858752" cy="984749"/>
          </a:xfrm>
          <a:custGeom>
            <a:avLst/>
            <a:gdLst/>
            <a:ahLst/>
            <a:cxnLst/>
            <a:rect l="l" t="t" r="r" b="b"/>
            <a:pathLst>
              <a:path w="264364" h="48804" extrusionOk="0">
                <a:moveTo>
                  <a:pt x="0" y="1"/>
                </a:moveTo>
                <a:lnTo>
                  <a:pt x="0" y="34052"/>
                </a:lnTo>
                <a:cubicBezTo>
                  <a:pt x="3219" y="35165"/>
                  <a:pt x="6028" y="35625"/>
                  <a:pt x="8547" y="35625"/>
                </a:cubicBezTo>
                <a:cubicBezTo>
                  <a:pt x="20567" y="35625"/>
                  <a:pt x="25980" y="25146"/>
                  <a:pt x="37813" y="25146"/>
                </a:cubicBezTo>
                <a:cubicBezTo>
                  <a:pt x="42388" y="25146"/>
                  <a:pt x="47922" y="26712"/>
                  <a:pt x="55168" y="31055"/>
                </a:cubicBezTo>
                <a:cubicBezTo>
                  <a:pt x="70462" y="40234"/>
                  <a:pt x="80176" y="48502"/>
                  <a:pt x="91777" y="48502"/>
                </a:cubicBezTo>
                <a:cubicBezTo>
                  <a:pt x="98366" y="48502"/>
                  <a:pt x="105563" y="45836"/>
                  <a:pt x="114738" y="39155"/>
                </a:cubicBezTo>
                <a:cubicBezTo>
                  <a:pt x="122916" y="33205"/>
                  <a:pt x="129075" y="31386"/>
                  <a:pt x="134351" y="31386"/>
                </a:cubicBezTo>
                <a:cubicBezTo>
                  <a:pt x="142654" y="31386"/>
                  <a:pt x="148772" y="35892"/>
                  <a:pt x="157136" y="35892"/>
                </a:cubicBezTo>
                <a:cubicBezTo>
                  <a:pt x="163427" y="35892"/>
                  <a:pt x="170988" y="33343"/>
                  <a:pt x="181706" y="24412"/>
                </a:cubicBezTo>
                <a:cubicBezTo>
                  <a:pt x="184794" y="21838"/>
                  <a:pt x="187774" y="20762"/>
                  <a:pt x="190680" y="20762"/>
                </a:cubicBezTo>
                <a:cubicBezTo>
                  <a:pt x="205031" y="20762"/>
                  <a:pt x="217584" y="46994"/>
                  <a:pt x="232473" y="48634"/>
                </a:cubicBezTo>
                <a:cubicBezTo>
                  <a:pt x="233525" y="48749"/>
                  <a:pt x="234513" y="48803"/>
                  <a:pt x="235446" y="48803"/>
                </a:cubicBezTo>
                <a:cubicBezTo>
                  <a:pt x="246713" y="48803"/>
                  <a:pt x="250150" y="40916"/>
                  <a:pt x="264364" y="38048"/>
                </a:cubicBezTo>
                <a:lnTo>
                  <a:pt x="26436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1" name="Google Shape;1001;p67"/>
          <p:cNvSpPr/>
          <p:nvPr/>
        </p:nvSpPr>
        <p:spPr>
          <a:xfrm flipH="1">
            <a:off x="-1788061" y="-312190"/>
            <a:ext cx="4906095" cy="1060078"/>
          </a:xfrm>
          <a:custGeom>
            <a:avLst/>
            <a:gdLst/>
            <a:ahLst/>
            <a:cxnLst/>
            <a:rect l="l" t="t" r="r" b="b"/>
            <a:pathLst>
              <a:path w="264337" h="53519" extrusionOk="0">
                <a:moveTo>
                  <a:pt x="0" y="0"/>
                </a:moveTo>
                <a:lnTo>
                  <a:pt x="0" y="15527"/>
                </a:lnTo>
                <a:cubicBezTo>
                  <a:pt x="1926" y="15152"/>
                  <a:pt x="3735" y="14976"/>
                  <a:pt x="5438" y="14976"/>
                </a:cubicBezTo>
                <a:cubicBezTo>
                  <a:pt x="30663" y="14976"/>
                  <a:pt x="32875" y="53519"/>
                  <a:pt x="53900" y="53519"/>
                </a:cubicBezTo>
                <a:cubicBezTo>
                  <a:pt x="54445" y="53519"/>
                  <a:pt x="55002" y="53493"/>
                  <a:pt x="55573" y="53440"/>
                </a:cubicBezTo>
                <a:cubicBezTo>
                  <a:pt x="76094" y="51555"/>
                  <a:pt x="75382" y="25592"/>
                  <a:pt x="95618" y="25592"/>
                </a:cubicBezTo>
                <a:cubicBezTo>
                  <a:pt x="98284" y="25592"/>
                  <a:pt x="101312" y="26042"/>
                  <a:pt x="104800" y="27057"/>
                </a:cubicBezTo>
                <a:cubicBezTo>
                  <a:pt x="116474" y="30462"/>
                  <a:pt x="126065" y="31818"/>
                  <a:pt x="134168" y="31818"/>
                </a:cubicBezTo>
                <a:cubicBezTo>
                  <a:pt x="165913" y="31818"/>
                  <a:pt x="174833" y="11001"/>
                  <a:pt x="196809" y="11001"/>
                </a:cubicBezTo>
                <a:cubicBezTo>
                  <a:pt x="197872" y="11001"/>
                  <a:pt x="198967" y="11050"/>
                  <a:pt x="200095" y="11152"/>
                </a:cubicBezTo>
                <a:cubicBezTo>
                  <a:pt x="229610" y="13799"/>
                  <a:pt x="221509" y="30730"/>
                  <a:pt x="264337" y="35806"/>
                </a:cubicBezTo>
                <a:lnTo>
                  <a:pt x="26433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2" name="Google Shape;1002;p67"/>
          <p:cNvSpPr/>
          <p:nvPr/>
        </p:nvSpPr>
        <p:spPr>
          <a:xfrm rot="4888107" flipH="1">
            <a:off x="1137128" y="4138487"/>
            <a:ext cx="1679785" cy="2039064"/>
          </a:xfrm>
          <a:custGeom>
            <a:avLst/>
            <a:gdLst/>
            <a:ahLst/>
            <a:cxnLst/>
            <a:rect l="l" t="t" r="r" b="b"/>
            <a:pathLst>
              <a:path w="184937" h="139852" extrusionOk="0">
                <a:moveTo>
                  <a:pt x="59024" y="1"/>
                </a:moveTo>
                <a:cubicBezTo>
                  <a:pt x="37702" y="1"/>
                  <a:pt x="17942" y="12858"/>
                  <a:pt x="11925" y="32587"/>
                </a:cubicBezTo>
                <a:cubicBezTo>
                  <a:pt x="1" y="71595"/>
                  <a:pt x="35681" y="113191"/>
                  <a:pt x="79310" y="130384"/>
                </a:cubicBezTo>
                <a:cubicBezTo>
                  <a:pt x="95983" y="136984"/>
                  <a:pt x="112612" y="139851"/>
                  <a:pt x="127490" y="139851"/>
                </a:cubicBezTo>
                <a:cubicBezTo>
                  <a:pt x="160532" y="139851"/>
                  <a:pt x="184937" y="125708"/>
                  <a:pt x="182005" y="106905"/>
                </a:cubicBezTo>
                <a:cubicBezTo>
                  <a:pt x="175997" y="67251"/>
                  <a:pt x="140409" y="105334"/>
                  <a:pt x="114805" y="42848"/>
                </a:cubicBezTo>
                <a:cubicBezTo>
                  <a:pt x="102395" y="12395"/>
                  <a:pt x="79957" y="1"/>
                  <a:pt x="5902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3" name="Google Shape;1003;p67"/>
          <p:cNvSpPr/>
          <p:nvPr/>
        </p:nvSpPr>
        <p:spPr>
          <a:xfrm rot="-9922098" flipH="1">
            <a:off x="-1214868" y="4347472"/>
            <a:ext cx="4858620" cy="984751"/>
          </a:xfrm>
          <a:custGeom>
            <a:avLst/>
            <a:gdLst/>
            <a:ahLst/>
            <a:cxnLst/>
            <a:rect l="l" t="t" r="r" b="b"/>
            <a:pathLst>
              <a:path w="264364" h="48804" extrusionOk="0">
                <a:moveTo>
                  <a:pt x="0" y="1"/>
                </a:moveTo>
                <a:lnTo>
                  <a:pt x="0" y="34052"/>
                </a:lnTo>
                <a:cubicBezTo>
                  <a:pt x="3219" y="35165"/>
                  <a:pt x="6028" y="35625"/>
                  <a:pt x="8547" y="35625"/>
                </a:cubicBezTo>
                <a:cubicBezTo>
                  <a:pt x="20567" y="35625"/>
                  <a:pt x="25980" y="25146"/>
                  <a:pt x="37813" y="25146"/>
                </a:cubicBezTo>
                <a:cubicBezTo>
                  <a:pt x="42388" y="25146"/>
                  <a:pt x="47922" y="26712"/>
                  <a:pt x="55168" y="31055"/>
                </a:cubicBezTo>
                <a:cubicBezTo>
                  <a:pt x="70462" y="40234"/>
                  <a:pt x="80176" y="48502"/>
                  <a:pt x="91777" y="48502"/>
                </a:cubicBezTo>
                <a:cubicBezTo>
                  <a:pt x="98366" y="48502"/>
                  <a:pt x="105563" y="45836"/>
                  <a:pt x="114738" y="39155"/>
                </a:cubicBezTo>
                <a:cubicBezTo>
                  <a:pt x="122916" y="33205"/>
                  <a:pt x="129075" y="31386"/>
                  <a:pt x="134351" y="31386"/>
                </a:cubicBezTo>
                <a:cubicBezTo>
                  <a:pt x="142654" y="31386"/>
                  <a:pt x="148772" y="35892"/>
                  <a:pt x="157136" y="35892"/>
                </a:cubicBezTo>
                <a:cubicBezTo>
                  <a:pt x="163427" y="35892"/>
                  <a:pt x="170988" y="33343"/>
                  <a:pt x="181706" y="24412"/>
                </a:cubicBezTo>
                <a:cubicBezTo>
                  <a:pt x="184794" y="21838"/>
                  <a:pt x="187774" y="20762"/>
                  <a:pt x="190680" y="20762"/>
                </a:cubicBezTo>
                <a:cubicBezTo>
                  <a:pt x="205031" y="20762"/>
                  <a:pt x="217584" y="46994"/>
                  <a:pt x="232473" y="48634"/>
                </a:cubicBezTo>
                <a:cubicBezTo>
                  <a:pt x="233525" y="48749"/>
                  <a:pt x="234513" y="48803"/>
                  <a:pt x="235446" y="48803"/>
                </a:cubicBezTo>
                <a:cubicBezTo>
                  <a:pt x="246713" y="48803"/>
                  <a:pt x="250150" y="40916"/>
                  <a:pt x="264364" y="38048"/>
                </a:cubicBezTo>
                <a:lnTo>
                  <a:pt x="26436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4" name="Google Shape;1004;p67"/>
          <p:cNvSpPr/>
          <p:nvPr/>
        </p:nvSpPr>
        <p:spPr>
          <a:xfrm rot="-10346708" flipH="1">
            <a:off x="-752392" y="4478612"/>
            <a:ext cx="4905724" cy="1060054"/>
          </a:xfrm>
          <a:custGeom>
            <a:avLst/>
            <a:gdLst/>
            <a:ahLst/>
            <a:cxnLst/>
            <a:rect l="l" t="t" r="r" b="b"/>
            <a:pathLst>
              <a:path w="264337" h="53519" extrusionOk="0">
                <a:moveTo>
                  <a:pt x="0" y="0"/>
                </a:moveTo>
                <a:lnTo>
                  <a:pt x="0" y="15527"/>
                </a:lnTo>
                <a:cubicBezTo>
                  <a:pt x="1926" y="15152"/>
                  <a:pt x="3735" y="14976"/>
                  <a:pt x="5438" y="14976"/>
                </a:cubicBezTo>
                <a:cubicBezTo>
                  <a:pt x="30663" y="14976"/>
                  <a:pt x="32875" y="53519"/>
                  <a:pt x="53900" y="53519"/>
                </a:cubicBezTo>
                <a:cubicBezTo>
                  <a:pt x="54445" y="53519"/>
                  <a:pt x="55002" y="53493"/>
                  <a:pt x="55573" y="53440"/>
                </a:cubicBezTo>
                <a:cubicBezTo>
                  <a:pt x="76094" y="51555"/>
                  <a:pt x="75382" y="25592"/>
                  <a:pt x="95618" y="25592"/>
                </a:cubicBezTo>
                <a:cubicBezTo>
                  <a:pt x="98284" y="25592"/>
                  <a:pt x="101312" y="26042"/>
                  <a:pt x="104800" y="27057"/>
                </a:cubicBezTo>
                <a:cubicBezTo>
                  <a:pt x="116474" y="30462"/>
                  <a:pt x="126065" y="31818"/>
                  <a:pt x="134168" y="31818"/>
                </a:cubicBezTo>
                <a:cubicBezTo>
                  <a:pt x="165913" y="31818"/>
                  <a:pt x="174833" y="11001"/>
                  <a:pt x="196809" y="11001"/>
                </a:cubicBezTo>
                <a:cubicBezTo>
                  <a:pt x="197872" y="11001"/>
                  <a:pt x="198967" y="11050"/>
                  <a:pt x="200095" y="11152"/>
                </a:cubicBezTo>
                <a:cubicBezTo>
                  <a:pt x="229610" y="13799"/>
                  <a:pt x="221509" y="30730"/>
                  <a:pt x="264337" y="35806"/>
                </a:cubicBezTo>
                <a:lnTo>
                  <a:pt x="26433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5" name="Google Shape;1005;p67"/>
          <p:cNvSpPr/>
          <p:nvPr/>
        </p:nvSpPr>
        <p:spPr>
          <a:xfrm rot="5400000">
            <a:off x="1196981" y="844056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6" name="Google Shape;1006;p67"/>
          <p:cNvSpPr/>
          <p:nvPr/>
        </p:nvSpPr>
        <p:spPr>
          <a:xfrm rot="5400000">
            <a:off x="1196219" y="4467169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7" name="Google Shape;1007;p67"/>
          <p:cNvSpPr/>
          <p:nvPr/>
        </p:nvSpPr>
        <p:spPr>
          <a:xfrm rot="-5400000">
            <a:off x="540156" y="691369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8" name="Google Shape;1008;p67"/>
          <p:cNvSpPr/>
          <p:nvPr/>
        </p:nvSpPr>
        <p:spPr>
          <a:xfrm rot="5400000">
            <a:off x="540006" y="3832406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4">
  <p:cSld name="CUSTOM_53">
    <p:spTree>
      <p:nvGrpSpPr>
        <p:cNvPr id="1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68"/>
          <p:cNvSpPr/>
          <p:nvPr/>
        </p:nvSpPr>
        <p:spPr>
          <a:xfrm rot="10800000">
            <a:off x="3937512" y="4410874"/>
            <a:ext cx="3936983" cy="732774"/>
          </a:xfrm>
          <a:custGeom>
            <a:avLst/>
            <a:gdLst/>
            <a:ahLst/>
            <a:cxnLst/>
            <a:rect l="l" t="t" r="r" b="b"/>
            <a:pathLst>
              <a:path w="299106" h="92815" extrusionOk="0">
                <a:moveTo>
                  <a:pt x="296744" y="0"/>
                </a:moveTo>
                <a:cubicBezTo>
                  <a:pt x="296744" y="0"/>
                  <a:pt x="299105" y="58876"/>
                  <a:pt x="213742" y="35045"/>
                </a:cubicBezTo>
                <a:cubicBezTo>
                  <a:pt x="149627" y="17191"/>
                  <a:pt x="133321" y="92815"/>
                  <a:pt x="82635" y="92815"/>
                </a:cubicBezTo>
                <a:cubicBezTo>
                  <a:pt x="45376" y="92815"/>
                  <a:pt x="1" y="70755"/>
                  <a:pt x="13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1" name="Google Shape;1011;p68"/>
          <p:cNvSpPr/>
          <p:nvPr/>
        </p:nvSpPr>
        <p:spPr>
          <a:xfrm flipH="1">
            <a:off x="3939637" y="98"/>
            <a:ext cx="5126677" cy="1295929"/>
          </a:xfrm>
          <a:custGeom>
            <a:avLst/>
            <a:gdLst/>
            <a:ahLst/>
            <a:cxnLst/>
            <a:rect l="l" t="t" r="r" b="b"/>
            <a:pathLst>
              <a:path w="299106" h="92815" extrusionOk="0">
                <a:moveTo>
                  <a:pt x="296744" y="0"/>
                </a:moveTo>
                <a:cubicBezTo>
                  <a:pt x="296744" y="0"/>
                  <a:pt x="299105" y="58876"/>
                  <a:pt x="213742" y="35045"/>
                </a:cubicBezTo>
                <a:cubicBezTo>
                  <a:pt x="149627" y="17191"/>
                  <a:pt x="133321" y="92815"/>
                  <a:pt x="82635" y="92815"/>
                </a:cubicBezTo>
                <a:cubicBezTo>
                  <a:pt x="45376" y="92815"/>
                  <a:pt x="1" y="70755"/>
                  <a:pt x="13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2" name="Google Shape;1012;p68"/>
          <p:cNvSpPr/>
          <p:nvPr/>
        </p:nvSpPr>
        <p:spPr>
          <a:xfrm rot="10800000" flipH="1">
            <a:off x="4720014" y="4141676"/>
            <a:ext cx="5735030" cy="1001972"/>
          </a:xfrm>
          <a:custGeom>
            <a:avLst/>
            <a:gdLst/>
            <a:ahLst/>
            <a:cxnLst/>
            <a:rect l="l" t="t" r="r" b="b"/>
            <a:pathLst>
              <a:path w="295582" h="107710" extrusionOk="0">
                <a:moveTo>
                  <a:pt x="3890" y="648"/>
                </a:moveTo>
                <a:cubicBezTo>
                  <a:pt x="3890" y="648"/>
                  <a:pt x="1" y="60607"/>
                  <a:pt x="64065" y="49263"/>
                </a:cubicBezTo>
                <a:cubicBezTo>
                  <a:pt x="132883" y="37164"/>
                  <a:pt x="123484" y="107710"/>
                  <a:pt x="183551" y="107710"/>
                </a:cubicBezTo>
                <a:cubicBezTo>
                  <a:pt x="232814" y="107710"/>
                  <a:pt x="209155" y="40513"/>
                  <a:pt x="252368" y="34787"/>
                </a:cubicBezTo>
                <a:cubicBezTo>
                  <a:pt x="295582" y="29061"/>
                  <a:pt x="285751" y="0"/>
                  <a:pt x="28575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3" name="Google Shape;1013;p68"/>
          <p:cNvSpPr/>
          <p:nvPr/>
        </p:nvSpPr>
        <p:spPr>
          <a:xfrm rot="10800000" flipH="1">
            <a:off x="5013459" y="204"/>
            <a:ext cx="4130832" cy="1472837"/>
          </a:xfrm>
          <a:custGeom>
            <a:avLst/>
            <a:gdLst/>
            <a:ahLst/>
            <a:cxnLst/>
            <a:rect l="l" t="t" r="r" b="b"/>
            <a:pathLst>
              <a:path w="285673" h="154588" extrusionOk="0">
                <a:moveTo>
                  <a:pt x="2715" y="154588"/>
                </a:moveTo>
                <a:cubicBezTo>
                  <a:pt x="2715" y="154588"/>
                  <a:pt x="0" y="113633"/>
                  <a:pt x="45298" y="113633"/>
                </a:cubicBezTo>
                <a:cubicBezTo>
                  <a:pt x="90596" y="113633"/>
                  <a:pt x="125888" y="112160"/>
                  <a:pt x="135972" y="50651"/>
                </a:cubicBezTo>
                <a:cubicBezTo>
                  <a:pt x="144194" y="621"/>
                  <a:pt x="221914" y="1"/>
                  <a:pt x="238978" y="40955"/>
                </a:cubicBezTo>
                <a:cubicBezTo>
                  <a:pt x="255965" y="81987"/>
                  <a:pt x="285673" y="81987"/>
                  <a:pt x="285673" y="81987"/>
                </a:cubicBezTo>
                <a:lnTo>
                  <a:pt x="285673" y="15458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4" name="Google Shape;1014;p68"/>
          <p:cNvSpPr/>
          <p:nvPr/>
        </p:nvSpPr>
        <p:spPr>
          <a:xfrm rot="10800000">
            <a:off x="5628786" y="490"/>
            <a:ext cx="3515148" cy="1472658"/>
          </a:xfrm>
          <a:custGeom>
            <a:avLst/>
            <a:gdLst/>
            <a:ahLst/>
            <a:cxnLst/>
            <a:rect l="l" t="t" r="r" b="b"/>
            <a:pathLst>
              <a:path w="305002" h="196093" extrusionOk="0">
                <a:moveTo>
                  <a:pt x="0" y="27686"/>
                </a:moveTo>
                <a:cubicBezTo>
                  <a:pt x="0" y="27686"/>
                  <a:pt x="68206" y="0"/>
                  <a:pt x="88558" y="59039"/>
                </a:cubicBezTo>
                <a:cubicBezTo>
                  <a:pt x="108910" y="118077"/>
                  <a:pt x="211769" y="29244"/>
                  <a:pt x="211769" y="120186"/>
                </a:cubicBezTo>
                <a:cubicBezTo>
                  <a:pt x="211769" y="172257"/>
                  <a:pt x="305002" y="135404"/>
                  <a:pt x="280800" y="196092"/>
                </a:cubicBezTo>
                <a:lnTo>
                  <a:pt x="0" y="196092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5" name="Google Shape;1015;p68"/>
          <p:cNvSpPr/>
          <p:nvPr/>
        </p:nvSpPr>
        <p:spPr>
          <a:xfrm rot="10800000">
            <a:off x="5220582" y="4263470"/>
            <a:ext cx="3937105" cy="880179"/>
          </a:xfrm>
          <a:custGeom>
            <a:avLst/>
            <a:gdLst/>
            <a:ahLst/>
            <a:cxnLst/>
            <a:rect l="l" t="t" r="r" b="b"/>
            <a:pathLst>
              <a:path w="294198" h="130204" extrusionOk="0">
                <a:moveTo>
                  <a:pt x="283570" y="0"/>
                </a:moveTo>
                <a:cubicBezTo>
                  <a:pt x="283570" y="0"/>
                  <a:pt x="294198" y="57826"/>
                  <a:pt x="203889" y="45181"/>
                </a:cubicBezTo>
                <a:cubicBezTo>
                  <a:pt x="141812" y="36461"/>
                  <a:pt x="157999" y="89109"/>
                  <a:pt x="113581" y="109929"/>
                </a:cubicBezTo>
                <a:cubicBezTo>
                  <a:pt x="70252" y="130203"/>
                  <a:pt x="37442" y="67963"/>
                  <a:pt x="0" y="114071"/>
                </a:cubicBezTo>
                <a:lnTo>
                  <a:pt x="0" y="436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6" name="Google Shape;1016;p68"/>
          <p:cNvSpPr/>
          <p:nvPr/>
        </p:nvSpPr>
        <p:spPr>
          <a:xfrm rot="5400000">
            <a:off x="6527856" y="4483306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7" name="Google Shape;1017;p68"/>
          <p:cNvSpPr/>
          <p:nvPr/>
        </p:nvSpPr>
        <p:spPr>
          <a:xfrm rot="5400000">
            <a:off x="5530219" y="945244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8" name="Google Shape;1018;p68"/>
          <p:cNvSpPr/>
          <p:nvPr/>
        </p:nvSpPr>
        <p:spPr>
          <a:xfrm rot="-5400000">
            <a:off x="5871031" y="4330619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9" name="Google Shape;1019;p68"/>
          <p:cNvSpPr/>
          <p:nvPr/>
        </p:nvSpPr>
        <p:spPr>
          <a:xfrm rot="5400000">
            <a:off x="4874006" y="310481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40000" y="363275"/>
            <a:ext cx="806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40000" y="1152475"/>
            <a:ext cx="806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3" r:id="rId3"/>
    <p:sldLayoutId id="2147483655" r:id="rId4"/>
    <p:sldLayoutId id="2147483656" r:id="rId5"/>
    <p:sldLayoutId id="2147483658" r:id="rId6"/>
    <p:sldLayoutId id="2147483659" r:id="rId7"/>
    <p:sldLayoutId id="2147483661" r:id="rId8"/>
    <p:sldLayoutId id="2147483662" r:id="rId9"/>
    <p:sldLayoutId id="2147483663" r:id="rId10"/>
    <p:sldLayoutId id="2147483664" r:id="rId11"/>
    <p:sldLayoutId id="2147483683" r:id="rId12"/>
    <p:sldLayoutId id="2147483687" r:id="rId13"/>
    <p:sldLayoutId id="2147483688" r:id="rId14"/>
    <p:sldLayoutId id="2147483694" r:id="rId15"/>
    <p:sldLayoutId id="2147483695" r:id="rId16"/>
    <p:sldLayoutId id="2147483696" r:id="rId17"/>
    <p:sldLayoutId id="2147483697" r:id="rId18"/>
    <p:sldLayoutId id="2147483700" r:id="rId19"/>
    <p:sldLayoutId id="2147483701" r:id="rId20"/>
    <p:sldLayoutId id="2147483703" r:id="rId21"/>
    <p:sldLayoutId id="2147483707" r:id="rId22"/>
    <p:sldLayoutId id="2147483710" r:id="rId23"/>
    <p:sldLayoutId id="2147483711" r:id="rId24"/>
    <p:sldLayoutId id="2147483712" r:id="rId25"/>
    <p:sldLayoutId id="2147483713" r:id="rId26"/>
    <p:sldLayoutId id="2147483714" r:id="rId2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p74"/>
          <p:cNvSpPr txBox="1">
            <a:spLocks noGrp="1"/>
          </p:cNvSpPr>
          <p:nvPr>
            <p:ph type="ctrTitle"/>
          </p:nvPr>
        </p:nvSpPr>
        <p:spPr>
          <a:xfrm>
            <a:off x="678600" y="1484550"/>
            <a:ext cx="7787100" cy="208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SY" dirty="0" smtClean="0">
                <a:latin typeface="Goudy Stout" panose="0202090407030B020401" pitchFamily="18" charset="0"/>
                <a:cs typeface="+mj-cs"/>
              </a:rPr>
              <a:t>قارب بمحرك عادي</a:t>
            </a:r>
            <a:endParaRPr dirty="0">
              <a:latin typeface="Goudy Stout" panose="0202090407030B020401" pitchFamily="18" charset="0"/>
              <a:cs typeface="+mj-cs"/>
            </a:endParaRPr>
          </a:p>
        </p:txBody>
      </p:sp>
      <p:sp>
        <p:nvSpPr>
          <p:cNvPr id="1035" name="Google Shape;1035;p74"/>
          <p:cNvSpPr txBox="1">
            <a:spLocks noGrp="1"/>
          </p:cNvSpPr>
          <p:nvPr>
            <p:ph type="subTitle" idx="1"/>
          </p:nvPr>
        </p:nvSpPr>
        <p:spPr>
          <a:xfrm>
            <a:off x="2547575" y="3466725"/>
            <a:ext cx="4048800" cy="3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SY" dirty="0" smtClean="0"/>
              <a:t>مشروع الحسابات العلمية _كلية الهندسة المعلوماتية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p76"/>
          <p:cNvSpPr txBox="1">
            <a:spLocks noGrp="1"/>
          </p:cNvSpPr>
          <p:nvPr>
            <p:ph type="title"/>
          </p:nvPr>
        </p:nvSpPr>
        <p:spPr>
          <a:xfrm>
            <a:off x="2727000" y="363275"/>
            <a:ext cx="3690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SY" dirty="0" smtClean="0">
                <a:latin typeface="+mj-lt"/>
                <a:cs typeface="+mj-cs"/>
              </a:rPr>
              <a:t>جدول المحتويات</a:t>
            </a:r>
            <a:endParaRPr dirty="0">
              <a:latin typeface="+mj-lt"/>
              <a:cs typeface="+mj-cs"/>
            </a:endParaRPr>
          </a:p>
        </p:txBody>
      </p:sp>
      <p:sp>
        <p:nvSpPr>
          <p:cNvPr id="1047" name="Google Shape;1047;p76"/>
          <p:cNvSpPr txBox="1">
            <a:spLocks noGrp="1"/>
          </p:cNvSpPr>
          <p:nvPr>
            <p:ph type="subTitle" idx="3"/>
          </p:nvPr>
        </p:nvSpPr>
        <p:spPr>
          <a:xfrm>
            <a:off x="934238" y="1868975"/>
            <a:ext cx="36900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SY" dirty="0" smtClean="0">
                <a:cs typeface="+mj-cs"/>
              </a:rPr>
              <a:t>الدراسة الفيزيائية للقارب</a:t>
            </a:r>
            <a:endParaRPr dirty="0">
              <a:cs typeface="+mj-cs"/>
            </a:endParaRPr>
          </a:p>
        </p:txBody>
      </p:sp>
      <p:sp>
        <p:nvSpPr>
          <p:cNvPr id="1048" name="Google Shape;1048;p76"/>
          <p:cNvSpPr txBox="1">
            <a:spLocks noGrp="1"/>
          </p:cNvSpPr>
          <p:nvPr>
            <p:ph type="subTitle" idx="1"/>
          </p:nvPr>
        </p:nvSpPr>
        <p:spPr>
          <a:xfrm>
            <a:off x="4379650" y="1868975"/>
            <a:ext cx="3830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SY" dirty="0" smtClean="0">
                <a:cs typeface="+mj-cs"/>
              </a:rPr>
              <a:t>إيجاد المساقط برمجيا</a:t>
            </a:r>
            <a:endParaRPr dirty="0">
              <a:cs typeface="+mj-cs"/>
            </a:endParaRPr>
          </a:p>
        </p:txBody>
      </p:sp>
      <p:sp>
        <p:nvSpPr>
          <p:cNvPr id="1049" name="Google Shape;1049;p76"/>
          <p:cNvSpPr txBox="1">
            <a:spLocks noGrp="1"/>
          </p:cNvSpPr>
          <p:nvPr>
            <p:ph type="subTitle" idx="2"/>
          </p:nvPr>
        </p:nvSpPr>
        <p:spPr>
          <a:xfrm>
            <a:off x="5051588" y="2188088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50" name="Google Shape;1050;p76"/>
          <p:cNvSpPr txBox="1">
            <a:spLocks noGrp="1"/>
          </p:cNvSpPr>
          <p:nvPr>
            <p:ph type="subTitle" idx="4"/>
          </p:nvPr>
        </p:nvSpPr>
        <p:spPr>
          <a:xfrm>
            <a:off x="1536188" y="2188088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51" name="Google Shape;1051;p76"/>
          <p:cNvSpPr txBox="1">
            <a:spLocks noGrp="1"/>
          </p:cNvSpPr>
          <p:nvPr>
            <p:ph type="subTitle" idx="5"/>
          </p:nvPr>
        </p:nvSpPr>
        <p:spPr>
          <a:xfrm>
            <a:off x="4379600" y="3770850"/>
            <a:ext cx="3830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Y" dirty="0" smtClean="0">
                <a:cs typeface="+mj-cs"/>
              </a:rPr>
              <a:t>برنامج المحاكاة</a:t>
            </a:r>
            <a:endParaRPr dirty="0">
              <a:cs typeface="+mj-cs"/>
            </a:endParaRPr>
          </a:p>
        </p:txBody>
      </p:sp>
      <p:sp>
        <p:nvSpPr>
          <p:cNvPr id="1052" name="Google Shape;1052;p76"/>
          <p:cNvSpPr txBox="1">
            <a:spLocks noGrp="1"/>
          </p:cNvSpPr>
          <p:nvPr>
            <p:ph type="subTitle" idx="6"/>
          </p:nvPr>
        </p:nvSpPr>
        <p:spPr>
          <a:xfrm>
            <a:off x="5051588" y="4089975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53" name="Google Shape;1053;p76"/>
          <p:cNvSpPr txBox="1">
            <a:spLocks noGrp="1"/>
          </p:cNvSpPr>
          <p:nvPr>
            <p:ph type="subTitle" idx="7"/>
          </p:nvPr>
        </p:nvSpPr>
        <p:spPr>
          <a:xfrm>
            <a:off x="934238" y="3770850"/>
            <a:ext cx="36900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SY" dirty="0" smtClean="0">
                <a:cs typeface="+mj-cs"/>
              </a:rPr>
              <a:t>الدراسة الخوارزمية</a:t>
            </a:r>
            <a:endParaRPr dirty="0">
              <a:cs typeface="+mj-cs"/>
            </a:endParaRPr>
          </a:p>
        </p:txBody>
      </p:sp>
      <p:sp>
        <p:nvSpPr>
          <p:cNvPr id="1054" name="Google Shape;1054;p76"/>
          <p:cNvSpPr txBox="1">
            <a:spLocks noGrp="1"/>
          </p:cNvSpPr>
          <p:nvPr>
            <p:ph type="subTitle" idx="8"/>
          </p:nvPr>
        </p:nvSpPr>
        <p:spPr>
          <a:xfrm>
            <a:off x="1536188" y="4089975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55" name="Google Shape;1055;p76"/>
          <p:cNvSpPr txBox="1">
            <a:spLocks noGrp="1"/>
          </p:cNvSpPr>
          <p:nvPr>
            <p:ph type="title" idx="9"/>
          </p:nvPr>
        </p:nvSpPr>
        <p:spPr>
          <a:xfrm>
            <a:off x="2259638" y="1171113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056" name="Google Shape;1056;p76"/>
          <p:cNvSpPr txBox="1">
            <a:spLocks noGrp="1"/>
          </p:cNvSpPr>
          <p:nvPr>
            <p:ph type="title" idx="13"/>
          </p:nvPr>
        </p:nvSpPr>
        <p:spPr>
          <a:xfrm>
            <a:off x="5775063" y="1171113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057" name="Google Shape;1057;p76"/>
          <p:cNvSpPr txBox="1">
            <a:spLocks noGrp="1"/>
          </p:cNvSpPr>
          <p:nvPr>
            <p:ph type="title" idx="14"/>
          </p:nvPr>
        </p:nvSpPr>
        <p:spPr>
          <a:xfrm>
            <a:off x="2259638" y="3071125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058" name="Google Shape;1058;p76"/>
          <p:cNvSpPr txBox="1">
            <a:spLocks noGrp="1"/>
          </p:cNvSpPr>
          <p:nvPr>
            <p:ph type="title" idx="15"/>
          </p:nvPr>
        </p:nvSpPr>
        <p:spPr>
          <a:xfrm>
            <a:off x="5775063" y="3071125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p78"/>
          <p:cNvSpPr txBox="1">
            <a:spLocks noGrp="1"/>
          </p:cNvSpPr>
          <p:nvPr>
            <p:ph type="title"/>
          </p:nvPr>
        </p:nvSpPr>
        <p:spPr>
          <a:xfrm>
            <a:off x="707650" y="1060505"/>
            <a:ext cx="4860000" cy="8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SY" dirty="0" smtClean="0">
                <a:cs typeface="+mj-cs"/>
              </a:rPr>
              <a:t>مقدمة</a:t>
            </a:r>
            <a:endParaRPr dirty="0">
              <a:cs typeface="+mj-cs"/>
            </a:endParaRPr>
          </a:p>
        </p:txBody>
      </p:sp>
      <p:sp>
        <p:nvSpPr>
          <p:cNvPr id="1084" name="Google Shape;1084;p78"/>
          <p:cNvSpPr txBox="1">
            <a:spLocks noGrp="1"/>
          </p:cNvSpPr>
          <p:nvPr>
            <p:ph type="subTitle" idx="1"/>
          </p:nvPr>
        </p:nvSpPr>
        <p:spPr>
          <a:xfrm>
            <a:off x="707650" y="1995055"/>
            <a:ext cx="4860000" cy="144433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SY" dirty="0" smtClean="0">
                <a:solidFill>
                  <a:schemeClr val="dk2"/>
                </a:solidFill>
              </a:rPr>
              <a:t>القارب بمحرك عادي خارجي هو نوع من القوارب يستخدم محرك احتراق داخلي مثبت على ذيل القارب وتستخدم المروحة لدفع القارب في الماء.</a:t>
            </a:r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SY" dirty="0" smtClean="0">
                <a:solidFill>
                  <a:schemeClr val="dk2"/>
                </a:solidFill>
              </a:rPr>
              <a:t>في هذه المحاكاة سنقوم بدراسة حركة هذا القارب من خلال القوى المؤثرة عليه، ومن خلال هذه المحاكاة نستطيع فهم حركة القارب ومحركه في حالات مختلفة.</a:t>
            </a:r>
            <a:endParaRPr dirty="0">
              <a:solidFill>
                <a:schemeClr val="dk2"/>
              </a:solidFill>
            </a:endParaRPr>
          </a:p>
        </p:txBody>
      </p:sp>
      <p:pic>
        <p:nvPicPr>
          <p:cNvPr id="1085" name="Google Shape;1085;p78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7375" y="1270119"/>
            <a:ext cx="3873000" cy="2712361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0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10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p81"/>
          <p:cNvSpPr txBox="1">
            <a:spLocks noGrp="1"/>
          </p:cNvSpPr>
          <p:nvPr>
            <p:ph type="title"/>
          </p:nvPr>
        </p:nvSpPr>
        <p:spPr>
          <a:xfrm>
            <a:off x="709999" y="2261338"/>
            <a:ext cx="5836273" cy="8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SY" sz="5400" dirty="0" smtClean="0">
                <a:cs typeface="+mj-cs"/>
              </a:rPr>
              <a:t>الدراسة الفيزيائية للقارب</a:t>
            </a:r>
            <a:endParaRPr sz="5400" dirty="0">
              <a:cs typeface="+mj-cs"/>
            </a:endParaRPr>
          </a:p>
        </p:txBody>
      </p:sp>
      <p:sp>
        <p:nvSpPr>
          <p:cNvPr id="1104" name="Google Shape;1104;p81"/>
          <p:cNvSpPr txBox="1">
            <a:spLocks noGrp="1"/>
          </p:cNvSpPr>
          <p:nvPr>
            <p:ph type="title" idx="2"/>
          </p:nvPr>
        </p:nvSpPr>
        <p:spPr>
          <a:xfrm>
            <a:off x="710000" y="1164675"/>
            <a:ext cx="2932800" cy="97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105" name="Google Shape;1105;p81"/>
          <p:cNvSpPr txBox="1">
            <a:spLocks noGrp="1"/>
          </p:cNvSpPr>
          <p:nvPr>
            <p:ph type="subTitle" idx="1"/>
          </p:nvPr>
        </p:nvSpPr>
        <p:spPr>
          <a:xfrm>
            <a:off x="710000" y="3123913"/>
            <a:ext cx="3934736" cy="43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SY" dirty="0" smtClean="0">
                <a:solidFill>
                  <a:schemeClr val="dk2"/>
                </a:solidFill>
              </a:rPr>
              <a:t>القوى المؤثرة _الحركة </a:t>
            </a:r>
            <a:r>
              <a:rPr lang="ar-SY" dirty="0" err="1" smtClean="0">
                <a:solidFill>
                  <a:schemeClr val="dk2"/>
                </a:solidFill>
              </a:rPr>
              <a:t>الانسحابية</a:t>
            </a:r>
            <a:r>
              <a:rPr lang="ar-SY" dirty="0" smtClean="0">
                <a:solidFill>
                  <a:schemeClr val="dk2"/>
                </a:solidFill>
              </a:rPr>
              <a:t> _الحركة الدورانية</a:t>
            </a:r>
            <a:endParaRPr dirty="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1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/>
                                        <p:tgtEl>
                                          <p:spTgt spid="1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p82"/>
          <p:cNvSpPr txBox="1">
            <a:spLocks noGrp="1"/>
          </p:cNvSpPr>
          <p:nvPr>
            <p:ph type="subTitle" idx="1"/>
          </p:nvPr>
        </p:nvSpPr>
        <p:spPr>
          <a:xfrm>
            <a:off x="5069450" y="2590588"/>
            <a:ext cx="28848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SY" dirty="0" smtClean="0">
                <a:cs typeface="+mj-cs"/>
              </a:rPr>
              <a:t>الحركة </a:t>
            </a:r>
            <a:r>
              <a:rPr lang="ar-SY" dirty="0" err="1" smtClean="0">
                <a:cs typeface="+mj-cs"/>
              </a:rPr>
              <a:t>الانسحابية</a:t>
            </a:r>
            <a:endParaRPr dirty="0">
              <a:cs typeface="+mj-cs"/>
            </a:endParaRPr>
          </a:p>
        </p:txBody>
      </p:sp>
      <p:sp>
        <p:nvSpPr>
          <p:cNvPr id="1112" name="Google Shape;1112;p82"/>
          <p:cNvSpPr txBox="1">
            <a:spLocks noGrp="1"/>
          </p:cNvSpPr>
          <p:nvPr>
            <p:ph type="subTitle" idx="2"/>
          </p:nvPr>
        </p:nvSpPr>
        <p:spPr>
          <a:xfrm>
            <a:off x="5069400" y="3028862"/>
            <a:ext cx="2884800" cy="6358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SY" dirty="0" smtClean="0">
                <a:solidFill>
                  <a:schemeClr val="dk2"/>
                </a:solidFill>
              </a:rPr>
              <a:t>حركة القارب نحو الامام بشكل مستقيم دون وجود دوران </a:t>
            </a:r>
            <a:endParaRPr dirty="0">
              <a:solidFill>
                <a:schemeClr val="dk2"/>
              </a:solidFill>
            </a:endParaRPr>
          </a:p>
        </p:txBody>
      </p:sp>
      <p:sp>
        <p:nvSpPr>
          <p:cNvPr id="1113" name="Google Shape;1113;p82"/>
          <p:cNvSpPr txBox="1">
            <a:spLocks noGrp="1"/>
          </p:cNvSpPr>
          <p:nvPr>
            <p:ph type="subTitle" idx="3"/>
          </p:nvPr>
        </p:nvSpPr>
        <p:spPr>
          <a:xfrm>
            <a:off x="1189788" y="2590588"/>
            <a:ext cx="28848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SY" dirty="0" smtClean="0">
                <a:cs typeface="+mj-cs"/>
              </a:rPr>
              <a:t>الحركة الدورانية</a:t>
            </a:r>
            <a:endParaRPr dirty="0">
              <a:cs typeface="+mj-cs"/>
            </a:endParaRPr>
          </a:p>
        </p:txBody>
      </p:sp>
      <p:sp>
        <p:nvSpPr>
          <p:cNvPr id="1114" name="Google Shape;1114;p82"/>
          <p:cNvSpPr txBox="1">
            <a:spLocks noGrp="1"/>
          </p:cNvSpPr>
          <p:nvPr>
            <p:ph type="subTitle" idx="4"/>
          </p:nvPr>
        </p:nvSpPr>
        <p:spPr>
          <a:xfrm>
            <a:off x="1189800" y="2882600"/>
            <a:ext cx="2884800" cy="78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SY" dirty="0" smtClean="0">
                <a:solidFill>
                  <a:schemeClr val="dk2"/>
                </a:solidFill>
              </a:rPr>
              <a:t>عندما نغير زاوية المحرك تؤثر على حركة القارب وتتولد زاوية دوران بسبب العزم الناتج عن تطبيق قوة على لا تمر من محور الدوران</a:t>
            </a:r>
            <a:endParaRPr dirty="0">
              <a:solidFill>
                <a:schemeClr val="dk2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6715" y="991409"/>
            <a:ext cx="2330170" cy="1517904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5" t="28688" b="27675"/>
          <a:stretch/>
        </p:blipFill>
        <p:spPr>
          <a:xfrm>
            <a:off x="1423555" y="1085757"/>
            <a:ext cx="2262919" cy="142355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1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/>
                                        <p:tgtEl>
                                          <p:spTgt spid="1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/>
                                        <p:tgtEl>
                                          <p:spTgt spid="1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p83"/>
          <p:cNvSpPr txBox="1">
            <a:spLocks noGrp="1"/>
          </p:cNvSpPr>
          <p:nvPr>
            <p:ph type="subTitle" idx="1"/>
          </p:nvPr>
        </p:nvSpPr>
        <p:spPr>
          <a:xfrm>
            <a:off x="4658775" y="3441800"/>
            <a:ext cx="2087700" cy="94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2"/>
              </a:solidFill>
            </a:endParaRPr>
          </a:p>
        </p:txBody>
      </p:sp>
      <p:sp>
        <p:nvSpPr>
          <p:cNvPr id="1130" name="Google Shape;1130;p83"/>
          <p:cNvSpPr txBox="1">
            <a:spLocks noGrp="1"/>
          </p:cNvSpPr>
          <p:nvPr>
            <p:ph type="subTitle" idx="2"/>
          </p:nvPr>
        </p:nvSpPr>
        <p:spPr>
          <a:xfrm>
            <a:off x="1847052" y="1400250"/>
            <a:ext cx="2517129" cy="14058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r" rtl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ar-SY" sz="2000" dirty="0" smtClean="0">
                <a:solidFill>
                  <a:schemeClr val="dk2"/>
                </a:solidFill>
              </a:rPr>
              <a:t>قوة الثقل</a:t>
            </a:r>
          </a:p>
          <a:p>
            <a:pPr marL="285750" lvl="0" indent="-285750" algn="r" rtl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ar-SY" sz="2000" dirty="0" smtClean="0">
                <a:solidFill>
                  <a:schemeClr val="dk2"/>
                </a:solidFill>
              </a:rPr>
              <a:t>قوة الطفو</a:t>
            </a:r>
          </a:p>
          <a:p>
            <a:pPr marL="285750" lvl="0" indent="-285750" algn="r" rtl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ar-SY" sz="2000" dirty="0" smtClean="0">
                <a:solidFill>
                  <a:schemeClr val="dk2"/>
                </a:solidFill>
              </a:rPr>
              <a:t>قوة الدفع</a:t>
            </a:r>
          </a:p>
          <a:p>
            <a:pPr marL="285750" lvl="0" indent="-285750" algn="r" rtl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ar-SY" sz="2000" dirty="0" smtClean="0">
                <a:solidFill>
                  <a:schemeClr val="dk2"/>
                </a:solidFill>
              </a:rPr>
              <a:t>قوة المقاومة</a:t>
            </a:r>
            <a:endParaRPr sz="2000" dirty="0">
              <a:solidFill>
                <a:schemeClr val="dk2"/>
              </a:solidFill>
            </a:endParaRPr>
          </a:p>
        </p:txBody>
      </p:sp>
      <p:sp>
        <p:nvSpPr>
          <p:cNvPr id="1131" name="Google Shape;1131;p83"/>
          <p:cNvSpPr txBox="1">
            <a:spLocks noGrp="1"/>
          </p:cNvSpPr>
          <p:nvPr>
            <p:ph type="title"/>
          </p:nvPr>
        </p:nvSpPr>
        <p:spPr>
          <a:xfrm>
            <a:off x="4658771" y="2806100"/>
            <a:ext cx="2087700" cy="63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32" name="Google Shape;1132;p83"/>
          <p:cNvSpPr txBox="1">
            <a:spLocks noGrp="1"/>
          </p:cNvSpPr>
          <p:nvPr>
            <p:ph type="title" idx="3"/>
          </p:nvPr>
        </p:nvSpPr>
        <p:spPr>
          <a:xfrm>
            <a:off x="866906" y="598296"/>
            <a:ext cx="3618565" cy="63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SY" dirty="0" smtClean="0">
                <a:cs typeface="+mj-cs"/>
              </a:rPr>
              <a:t>القوى المؤثرة على القارب</a:t>
            </a:r>
            <a:endParaRPr dirty="0"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1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/>
                                        <p:tgtEl>
                                          <p:spTgt spid="1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/>
                                        <p:tgtEl>
                                          <p:spTgt spid="1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p84"/>
          <p:cNvSpPr txBox="1">
            <a:spLocks noGrp="1"/>
          </p:cNvSpPr>
          <p:nvPr>
            <p:ph type="subTitle" idx="1"/>
          </p:nvPr>
        </p:nvSpPr>
        <p:spPr>
          <a:xfrm>
            <a:off x="427787" y="1918954"/>
            <a:ext cx="5690700" cy="111010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ar-SY" dirty="0" smtClean="0"/>
              <a:t>نطبق قوانين نيوتن الاول والثاني </a:t>
            </a:r>
            <a:r>
              <a:rPr lang="ar-SY" dirty="0" err="1" smtClean="0"/>
              <a:t>لايجاد</a:t>
            </a:r>
            <a:r>
              <a:rPr lang="ar-SY" dirty="0" smtClean="0"/>
              <a:t> محصلة القوة المؤثرة على القارب ، بعدها نوجد التسارع وبعدها نستطيع حساب السرعة  ونطبق قوانين الحركة فنحصل على موقع القارب الجديد.</a:t>
            </a:r>
            <a:endParaRPr dirty="0"/>
          </a:p>
        </p:txBody>
      </p:sp>
      <p:sp>
        <p:nvSpPr>
          <p:cNvPr id="1150" name="Google Shape;1150;p84"/>
          <p:cNvSpPr txBox="1">
            <a:spLocks noGrp="1"/>
          </p:cNvSpPr>
          <p:nvPr>
            <p:ph type="title"/>
          </p:nvPr>
        </p:nvSpPr>
        <p:spPr>
          <a:xfrm>
            <a:off x="218209" y="1088744"/>
            <a:ext cx="2866132" cy="49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1600"/>
              </a:spcAft>
              <a:buNone/>
            </a:pPr>
            <a:r>
              <a:rPr lang="ar-SY" dirty="0" smtClean="0">
                <a:cs typeface="+mj-cs"/>
              </a:rPr>
              <a:t>الحركة </a:t>
            </a:r>
            <a:r>
              <a:rPr lang="ar-SY" dirty="0" err="1" smtClean="0">
                <a:cs typeface="+mj-cs"/>
              </a:rPr>
              <a:t>الانسحابية</a:t>
            </a:r>
            <a:endParaRPr dirty="0"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1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p85"/>
          <p:cNvSpPr txBox="1">
            <a:spLocks noGrp="1"/>
          </p:cNvSpPr>
          <p:nvPr>
            <p:ph type="title"/>
          </p:nvPr>
        </p:nvSpPr>
        <p:spPr>
          <a:xfrm>
            <a:off x="2453181" y="857851"/>
            <a:ext cx="4044000" cy="49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ar-SY" dirty="0" smtClean="0">
                <a:solidFill>
                  <a:schemeClr val="dk1"/>
                </a:solidFill>
                <a:cs typeface="+mj-cs"/>
              </a:rPr>
              <a:t>الحركة الدورانية</a:t>
            </a:r>
            <a:endParaRPr dirty="0">
              <a:cs typeface="+mj-cs"/>
            </a:endParaRPr>
          </a:p>
        </p:txBody>
      </p:sp>
      <p:sp>
        <p:nvSpPr>
          <p:cNvPr id="1156" name="Google Shape;1156;p85"/>
          <p:cNvSpPr txBox="1">
            <a:spLocks noGrp="1"/>
          </p:cNvSpPr>
          <p:nvPr>
            <p:ph type="subTitle" idx="1"/>
          </p:nvPr>
        </p:nvSpPr>
        <p:spPr>
          <a:xfrm>
            <a:off x="2110300" y="1753583"/>
            <a:ext cx="5237173" cy="169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ar-SY" sz="1800" dirty="0" smtClean="0"/>
              <a:t>من خلال تغير زاوية المحرك ينتج الدوران ،</a:t>
            </a:r>
            <a:r>
              <a:rPr lang="ar-SY" sz="1800" dirty="0" smtClean="0"/>
              <a:t>عندما تتغير زاوية المحرك ينتج لدي عزم فنقوم بحساب العزم  على جميع المحاور وبعدها نوجد التسارع الزاوي والسرعة الزاوية وبالتالي موقع القارب الجديد من خلال تطبيق قوانين الحركة الدورانية</a:t>
            </a:r>
            <a:endParaRPr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1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p86"/>
          <p:cNvSpPr txBox="1">
            <a:spLocks noGrp="1"/>
          </p:cNvSpPr>
          <p:nvPr>
            <p:ph type="title" idx="2"/>
          </p:nvPr>
        </p:nvSpPr>
        <p:spPr>
          <a:xfrm>
            <a:off x="884798" y="1499138"/>
            <a:ext cx="32004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SY" sz="2800" dirty="0" smtClean="0">
                <a:cs typeface="+mj-cs"/>
              </a:rPr>
              <a:t>مساقط الحركة الدورانية</a:t>
            </a:r>
            <a:endParaRPr sz="2800" dirty="0">
              <a:cs typeface="+mj-cs"/>
            </a:endParaRPr>
          </a:p>
        </p:txBody>
      </p:sp>
      <p:sp>
        <p:nvSpPr>
          <p:cNvPr id="1162" name="Google Shape;1162;p86"/>
          <p:cNvSpPr txBox="1">
            <a:spLocks noGrp="1"/>
          </p:cNvSpPr>
          <p:nvPr>
            <p:ph type="subTitle" idx="1"/>
          </p:nvPr>
        </p:nvSpPr>
        <p:spPr>
          <a:xfrm>
            <a:off x="1099448" y="2130913"/>
            <a:ext cx="2771100" cy="52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1600"/>
              </a:spcAft>
              <a:buNone/>
            </a:pPr>
            <a:r>
              <a:rPr lang="ar-SY" dirty="0" smtClean="0"/>
              <a:t>يتم إيجاد مساقط الحركة الدورانية على محور ال </a:t>
            </a:r>
            <a:r>
              <a:rPr lang="en-US" dirty="0" smtClean="0"/>
              <a:t>y</a:t>
            </a:r>
            <a:endParaRPr dirty="0"/>
          </a:p>
        </p:txBody>
      </p:sp>
      <p:sp>
        <p:nvSpPr>
          <p:cNvPr id="1163" name="Google Shape;1163;p86"/>
          <p:cNvSpPr txBox="1">
            <a:spLocks noGrp="1"/>
          </p:cNvSpPr>
          <p:nvPr>
            <p:ph type="title"/>
          </p:nvPr>
        </p:nvSpPr>
        <p:spPr>
          <a:xfrm>
            <a:off x="540000" y="363275"/>
            <a:ext cx="806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SY" dirty="0" smtClean="0">
                <a:cs typeface="+mj-cs"/>
              </a:rPr>
              <a:t>إيجاد المساقط برمجيا</a:t>
            </a:r>
            <a:endParaRPr dirty="0">
              <a:cs typeface="+mj-cs"/>
            </a:endParaRPr>
          </a:p>
        </p:txBody>
      </p:sp>
      <p:sp>
        <p:nvSpPr>
          <p:cNvPr id="1164" name="Google Shape;1164;p86"/>
          <p:cNvSpPr txBox="1">
            <a:spLocks noGrp="1"/>
          </p:cNvSpPr>
          <p:nvPr>
            <p:ph type="title" idx="3"/>
          </p:nvPr>
        </p:nvSpPr>
        <p:spPr>
          <a:xfrm>
            <a:off x="5058798" y="1499138"/>
            <a:ext cx="32004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SY" sz="2800" dirty="0" smtClean="0">
                <a:cs typeface="+mj-cs"/>
              </a:rPr>
              <a:t>مساقط الحركة </a:t>
            </a:r>
            <a:r>
              <a:rPr lang="ar-SY" sz="2800" dirty="0" err="1" smtClean="0">
                <a:cs typeface="+mj-cs"/>
              </a:rPr>
              <a:t>الانسجابية</a:t>
            </a:r>
            <a:endParaRPr sz="2800" dirty="0">
              <a:cs typeface="+mj-cs"/>
            </a:endParaRPr>
          </a:p>
        </p:txBody>
      </p:sp>
      <p:sp>
        <p:nvSpPr>
          <p:cNvPr id="1165" name="Google Shape;1165;p86"/>
          <p:cNvSpPr txBox="1">
            <a:spLocks noGrp="1"/>
          </p:cNvSpPr>
          <p:nvPr>
            <p:ph type="subTitle" idx="4"/>
          </p:nvPr>
        </p:nvSpPr>
        <p:spPr>
          <a:xfrm>
            <a:off x="5273425" y="2130925"/>
            <a:ext cx="2771100" cy="52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1600"/>
              </a:spcAft>
              <a:buNone/>
            </a:pPr>
            <a:r>
              <a:rPr lang="ar-SY" dirty="0" smtClean="0"/>
              <a:t>يتم إيجاد مساقط الحركة </a:t>
            </a:r>
            <a:r>
              <a:rPr lang="ar-SY" dirty="0" err="1" smtClean="0"/>
              <a:t>الانسحابية</a:t>
            </a:r>
            <a:r>
              <a:rPr lang="ar-SY" dirty="0" smtClean="0"/>
              <a:t> على ثلاثة محاور </a:t>
            </a:r>
            <a:r>
              <a:rPr lang="en-US" dirty="0" err="1" smtClean="0"/>
              <a:t>x,y,z</a:t>
            </a:r>
            <a:r>
              <a:rPr lang="ar-SY" dirty="0" smtClean="0"/>
              <a:t> </a:t>
            </a:r>
            <a:endParaRPr dirty="0"/>
          </a:p>
        </p:txBody>
      </p:sp>
      <p:sp>
        <p:nvSpPr>
          <p:cNvPr id="1166" name="Google Shape;1166;p86"/>
          <p:cNvSpPr txBox="1">
            <a:spLocks noGrp="1"/>
          </p:cNvSpPr>
          <p:nvPr>
            <p:ph type="title" idx="5"/>
          </p:nvPr>
        </p:nvSpPr>
        <p:spPr>
          <a:xfrm>
            <a:off x="2971798" y="3125725"/>
            <a:ext cx="32004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67" name="Google Shape;1167;p86"/>
          <p:cNvSpPr txBox="1">
            <a:spLocks noGrp="1"/>
          </p:cNvSpPr>
          <p:nvPr>
            <p:ph type="subTitle" idx="6"/>
          </p:nvPr>
        </p:nvSpPr>
        <p:spPr>
          <a:xfrm>
            <a:off x="3186448" y="3740725"/>
            <a:ext cx="2771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/>
                                        <p:tgtEl>
                                          <p:spTgt spid="1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/>
                                        <p:tgtEl>
                                          <p:spTgt spid="11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/>
                                        <p:tgtEl>
                                          <p:spTgt spid="1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/>
                                        <p:tgtEl>
                                          <p:spTgt spid="1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/>
                                        <p:tgtEl>
                                          <p:spTgt spid="1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/>
                                        <p:tgtEl>
                                          <p:spTgt spid="1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" name="Google Shape;1271;p92"/>
          <p:cNvSpPr txBox="1">
            <a:spLocks noGrp="1"/>
          </p:cNvSpPr>
          <p:nvPr>
            <p:ph type="title"/>
          </p:nvPr>
        </p:nvSpPr>
        <p:spPr>
          <a:xfrm>
            <a:off x="2141950" y="1922950"/>
            <a:ext cx="4860000" cy="8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SY" sz="4800" dirty="0" smtClean="0">
                <a:cs typeface="+mj-cs"/>
              </a:rPr>
              <a:t>الدراسة الخوارزمية</a:t>
            </a:r>
            <a:endParaRPr sz="4800" dirty="0">
              <a:cs typeface="+mj-cs"/>
            </a:endParaRPr>
          </a:p>
        </p:txBody>
      </p:sp>
      <p:sp>
        <p:nvSpPr>
          <p:cNvPr id="1272" name="Google Shape;1272;p92"/>
          <p:cNvSpPr txBox="1">
            <a:spLocks noGrp="1"/>
          </p:cNvSpPr>
          <p:nvPr>
            <p:ph type="subTitle" idx="1"/>
          </p:nvPr>
        </p:nvSpPr>
        <p:spPr>
          <a:xfrm>
            <a:off x="2142050" y="2757125"/>
            <a:ext cx="4860000" cy="49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SY" dirty="0" smtClean="0">
                <a:solidFill>
                  <a:schemeClr val="dk2"/>
                </a:solidFill>
              </a:rPr>
              <a:t> الية عمل البرنامج بما في ذلك تحديد التوابع والمتغيرات والصفوف</a:t>
            </a:r>
            <a:endParaRPr dirty="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2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12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" name="Google Shape;1277;p93"/>
          <p:cNvSpPr txBox="1">
            <a:spLocks noGrp="1"/>
          </p:cNvSpPr>
          <p:nvPr>
            <p:ph type="title"/>
          </p:nvPr>
        </p:nvSpPr>
        <p:spPr>
          <a:xfrm>
            <a:off x="1039091" y="267688"/>
            <a:ext cx="5101936" cy="8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SY" sz="4000" dirty="0" smtClean="0">
                <a:cs typeface="+mj-cs"/>
              </a:rPr>
              <a:t>مخطط الدراسة الخوارزمية</a:t>
            </a:r>
            <a:endParaRPr sz="4000" dirty="0">
              <a:cs typeface="+mj-cs"/>
            </a:endParaRPr>
          </a:p>
        </p:txBody>
      </p:sp>
      <p:pic>
        <p:nvPicPr>
          <p:cNvPr id="1278" name="Google Shape;1278;p93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091" y="1298042"/>
            <a:ext cx="5200776" cy="340986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279" name="Google Shape;1279;p93"/>
          <p:cNvSpPr txBox="1">
            <a:spLocks noGrp="1"/>
          </p:cNvSpPr>
          <p:nvPr>
            <p:ph type="subTitle" idx="1"/>
          </p:nvPr>
        </p:nvSpPr>
        <p:spPr>
          <a:xfrm>
            <a:off x="4691871" y="2757125"/>
            <a:ext cx="3543300" cy="49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2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12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6" name="Google Shape;1396;p100"/>
          <p:cNvSpPr txBox="1">
            <a:spLocks noGrp="1"/>
          </p:cNvSpPr>
          <p:nvPr>
            <p:ph type="title"/>
          </p:nvPr>
        </p:nvSpPr>
        <p:spPr>
          <a:xfrm>
            <a:off x="2141950" y="1922950"/>
            <a:ext cx="4860000" cy="8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SY" dirty="0" smtClean="0">
                <a:cs typeface="+mj-cs"/>
              </a:rPr>
              <a:t>برنامج المحاكاة</a:t>
            </a:r>
            <a:endParaRPr dirty="0">
              <a:cs typeface="+mj-cs"/>
            </a:endParaRPr>
          </a:p>
        </p:txBody>
      </p:sp>
      <p:sp>
        <p:nvSpPr>
          <p:cNvPr id="1397" name="Google Shape;1397;p100"/>
          <p:cNvSpPr txBox="1">
            <a:spLocks noGrp="1"/>
          </p:cNvSpPr>
          <p:nvPr>
            <p:ph type="subTitle" idx="1"/>
          </p:nvPr>
        </p:nvSpPr>
        <p:spPr>
          <a:xfrm>
            <a:off x="2142050" y="2757125"/>
            <a:ext cx="4860000" cy="49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SY" dirty="0" smtClean="0"/>
              <a:t>تم استخدام </a:t>
            </a:r>
            <a:r>
              <a:rPr lang="en-US" dirty="0" smtClean="0"/>
              <a:t>three </a:t>
            </a:r>
            <a:r>
              <a:rPr lang="en-US" dirty="0" err="1" smtClean="0"/>
              <a:t>js</a:t>
            </a:r>
            <a:r>
              <a:rPr lang="en-US" dirty="0" smtClean="0"/>
              <a:t> </a:t>
            </a:r>
            <a:r>
              <a:rPr lang="ar-SY" dirty="0" smtClean="0"/>
              <a:t> لتطبيق المحاكاة وتم عمل محرك فيزياء لتكون النتائج واقعية قدر الامكان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3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13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0" name="Google Shape;1650;p108"/>
          <p:cNvSpPr txBox="1">
            <a:spLocks noGrp="1"/>
          </p:cNvSpPr>
          <p:nvPr>
            <p:ph type="body" idx="1"/>
          </p:nvPr>
        </p:nvSpPr>
        <p:spPr>
          <a:xfrm>
            <a:off x="718675" y="540000"/>
            <a:ext cx="3411600" cy="90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picture is worth a thousand words</a:t>
            </a:r>
            <a:endParaRPr/>
          </a:p>
        </p:txBody>
      </p:sp>
      <p:sp>
        <p:nvSpPr>
          <p:cNvPr id="1651" name="Google Shape;1651;p108"/>
          <p:cNvSpPr/>
          <p:nvPr/>
        </p:nvSpPr>
        <p:spPr>
          <a:xfrm flipH="1">
            <a:off x="4622289" y="4816763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6" name="Google Shape;1656;p109"/>
          <p:cNvSpPr txBox="1">
            <a:spLocks noGrp="1"/>
          </p:cNvSpPr>
          <p:nvPr>
            <p:ph type="body" idx="1"/>
          </p:nvPr>
        </p:nvSpPr>
        <p:spPr>
          <a:xfrm>
            <a:off x="718675" y="3658150"/>
            <a:ext cx="3411600" cy="90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picture is worth a thousand words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1" name="Google Shape;1661;p110"/>
          <p:cNvSpPr txBox="1">
            <a:spLocks noGrp="1"/>
          </p:cNvSpPr>
          <p:nvPr>
            <p:ph type="title"/>
          </p:nvPr>
        </p:nvSpPr>
        <p:spPr>
          <a:xfrm flipH="1">
            <a:off x="1031425" y="1334306"/>
            <a:ext cx="3201000" cy="129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picture always reinforces</a:t>
            </a:r>
            <a:endParaRPr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concept</a:t>
            </a:r>
            <a:endParaRPr/>
          </a:p>
        </p:txBody>
      </p:sp>
      <p:sp>
        <p:nvSpPr>
          <p:cNvPr id="1662" name="Google Shape;1662;p110"/>
          <p:cNvSpPr txBox="1">
            <a:spLocks noGrp="1"/>
          </p:cNvSpPr>
          <p:nvPr>
            <p:ph type="subTitle" idx="1"/>
          </p:nvPr>
        </p:nvSpPr>
        <p:spPr>
          <a:xfrm flipH="1">
            <a:off x="1212018" y="2794294"/>
            <a:ext cx="3020400" cy="116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Images reveal large amounts of data, so remember: use an image instead of a long text. Your audience will appreciate it</a:t>
            </a:r>
            <a:endParaRPr/>
          </a:p>
        </p:txBody>
      </p:sp>
      <p:pic>
        <p:nvPicPr>
          <p:cNvPr id="1663" name="Google Shape;1663;p110"/>
          <p:cNvPicPr preferRelativeResize="0"/>
          <p:nvPr/>
        </p:nvPicPr>
        <p:blipFill rotWithShape="1">
          <a:blip r:embed="rId3">
            <a:alphaModFix/>
          </a:blip>
          <a:srcRect l="16636" r="16629"/>
          <a:stretch/>
        </p:blipFill>
        <p:spPr>
          <a:xfrm>
            <a:off x="4630200" y="809800"/>
            <a:ext cx="3523800" cy="35238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6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16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8" name="Google Shape;1668;p111"/>
          <p:cNvSpPr txBox="1">
            <a:spLocks noGrp="1"/>
          </p:cNvSpPr>
          <p:nvPr>
            <p:ph type="title"/>
          </p:nvPr>
        </p:nvSpPr>
        <p:spPr>
          <a:xfrm>
            <a:off x="4911600" y="1334300"/>
            <a:ext cx="3201000" cy="146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 picture always reinforces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 concept</a:t>
            </a:r>
            <a:endParaRPr/>
          </a:p>
        </p:txBody>
      </p:sp>
      <p:sp>
        <p:nvSpPr>
          <p:cNvPr id="1669" name="Google Shape;1669;p111"/>
          <p:cNvSpPr txBox="1">
            <a:spLocks noGrp="1"/>
          </p:cNvSpPr>
          <p:nvPr>
            <p:ph type="subTitle" idx="1"/>
          </p:nvPr>
        </p:nvSpPr>
        <p:spPr>
          <a:xfrm>
            <a:off x="4911607" y="2794294"/>
            <a:ext cx="3020400" cy="116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Images reveal large amounts of data, so remember: use an image instead of a long text. Your audience will appreciate it</a:t>
            </a:r>
            <a:endParaRPr/>
          </a:p>
        </p:txBody>
      </p:sp>
      <p:pic>
        <p:nvPicPr>
          <p:cNvPr id="1670" name="Google Shape;1670;p111"/>
          <p:cNvPicPr preferRelativeResize="0"/>
          <p:nvPr/>
        </p:nvPicPr>
        <p:blipFill rotWithShape="1">
          <a:blip r:embed="rId3">
            <a:alphaModFix/>
          </a:blip>
          <a:srcRect t="-477" b="34203"/>
          <a:stretch/>
        </p:blipFill>
        <p:spPr>
          <a:xfrm>
            <a:off x="990000" y="832350"/>
            <a:ext cx="3523800" cy="35013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6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16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1" name="Google Shape;1721;p114"/>
          <p:cNvSpPr txBox="1">
            <a:spLocks noGrp="1"/>
          </p:cNvSpPr>
          <p:nvPr>
            <p:ph type="title"/>
          </p:nvPr>
        </p:nvSpPr>
        <p:spPr>
          <a:xfrm flipH="1">
            <a:off x="959002" y="2019725"/>
            <a:ext cx="3931200" cy="6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Desktop mockup</a:t>
            </a:r>
            <a:endParaRPr/>
          </a:p>
        </p:txBody>
      </p:sp>
      <p:sp>
        <p:nvSpPr>
          <p:cNvPr id="1722" name="Google Shape;1722;p114"/>
          <p:cNvSpPr txBox="1">
            <a:spLocks noGrp="1"/>
          </p:cNvSpPr>
          <p:nvPr>
            <p:ph type="subTitle" idx="1"/>
          </p:nvPr>
        </p:nvSpPr>
        <p:spPr>
          <a:xfrm flipH="1">
            <a:off x="959090" y="2565775"/>
            <a:ext cx="2998800" cy="55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You can replace the image on the screen with your own work</a:t>
            </a:r>
            <a:endParaRPr/>
          </a:p>
        </p:txBody>
      </p:sp>
      <p:grpSp>
        <p:nvGrpSpPr>
          <p:cNvPr id="1723" name="Google Shape;1723;p114"/>
          <p:cNvGrpSpPr/>
          <p:nvPr/>
        </p:nvGrpSpPr>
        <p:grpSpPr>
          <a:xfrm flipH="1">
            <a:off x="5052994" y="1369741"/>
            <a:ext cx="3017906" cy="2511937"/>
            <a:chOff x="649150" y="238125"/>
            <a:chExt cx="6249546" cy="5201775"/>
          </a:xfrm>
        </p:grpSpPr>
        <p:sp>
          <p:nvSpPr>
            <p:cNvPr id="1724" name="Google Shape;1724;p114"/>
            <p:cNvSpPr/>
            <p:nvPr/>
          </p:nvSpPr>
          <p:spPr>
            <a:xfrm>
              <a:off x="2850275" y="4488975"/>
              <a:ext cx="1849000" cy="810050"/>
            </a:xfrm>
            <a:custGeom>
              <a:avLst/>
              <a:gdLst/>
              <a:ahLst/>
              <a:cxnLst/>
              <a:rect l="l" t="t" r="r" b="b"/>
              <a:pathLst>
                <a:path w="73960" h="32402" extrusionOk="0">
                  <a:moveTo>
                    <a:pt x="7960" y="1"/>
                  </a:moveTo>
                  <a:cubicBezTo>
                    <a:pt x="5284" y="10848"/>
                    <a:pt x="2607" y="21625"/>
                    <a:pt x="1" y="32402"/>
                  </a:cubicBezTo>
                  <a:lnTo>
                    <a:pt x="73960" y="32402"/>
                  </a:lnTo>
                  <a:lnTo>
                    <a:pt x="6607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114"/>
            <p:cNvSpPr/>
            <p:nvPr/>
          </p:nvSpPr>
          <p:spPr>
            <a:xfrm>
              <a:off x="2638975" y="5284925"/>
              <a:ext cx="2269850" cy="154975"/>
            </a:xfrm>
            <a:custGeom>
              <a:avLst/>
              <a:gdLst/>
              <a:ahLst/>
              <a:cxnLst/>
              <a:rect l="l" t="t" r="r" b="b"/>
              <a:pathLst>
                <a:path w="90794" h="6199" extrusionOk="0">
                  <a:moveTo>
                    <a:pt x="3875" y="0"/>
                  </a:moveTo>
                  <a:cubicBezTo>
                    <a:pt x="1761" y="0"/>
                    <a:pt x="1" y="2043"/>
                    <a:pt x="1" y="4508"/>
                  </a:cubicBezTo>
                  <a:lnTo>
                    <a:pt x="1" y="6199"/>
                  </a:lnTo>
                  <a:lnTo>
                    <a:pt x="90794" y="6199"/>
                  </a:lnTo>
                  <a:lnTo>
                    <a:pt x="90794" y="4508"/>
                  </a:lnTo>
                  <a:cubicBezTo>
                    <a:pt x="90794" y="2043"/>
                    <a:pt x="89103" y="0"/>
                    <a:pt x="8699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114"/>
            <p:cNvSpPr/>
            <p:nvPr/>
          </p:nvSpPr>
          <p:spPr>
            <a:xfrm>
              <a:off x="649171" y="3870411"/>
              <a:ext cx="6249525" cy="905641"/>
            </a:xfrm>
            <a:custGeom>
              <a:avLst/>
              <a:gdLst/>
              <a:ahLst/>
              <a:cxnLst/>
              <a:rect l="l" t="t" r="r" b="b"/>
              <a:pathLst>
                <a:path w="249981" h="24091" extrusionOk="0">
                  <a:moveTo>
                    <a:pt x="0" y="1"/>
                  </a:moveTo>
                  <a:lnTo>
                    <a:pt x="0" y="17892"/>
                  </a:lnTo>
                  <a:cubicBezTo>
                    <a:pt x="0" y="21343"/>
                    <a:pt x="2817" y="24090"/>
                    <a:pt x="6198" y="24090"/>
                  </a:cubicBezTo>
                  <a:lnTo>
                    <a:pt x="243782" y="24090"/>
                  </a:lnTo>
                  <a:cubicBezTo>
                    <a:pt x="247233" y="24090"/>
                    <a:pt x="249980" y="21343"/>
                    <a:pt x="249980" y="17892"/>
                  </a:cubicBezTo>
                  <a:lnTo>
                    <a:pt x="24998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1727;p114"/>
            <p:cNvSpPr/>
            <p:nvPr/>
          </p:nvSpPr>
          <p:spPr>
            <a:xfrm>
              <a:off x="649150" y="238125"/>
              <a:ext cx="6249525" cy="3935675"/>
            </a:xfrm>
            <a:custGeom>
              <a:avLst/>
              <a:gdLst/>
              <a:ahLst/>
              <a:cxnLst/>
              <a:rect l="l" t="t" r="r" b="b"/>
              <a:pathLst>
                <a:path w="249981" h="157427" extrusionOk="0">
                  <a:moveTo>
                    <a:pt x="6198" y="0"/>
                  </a:moveTo>
                  <a:cubicBezTo>
                    <a:pt x="2817" y="0"/>
                    <a:pt x="0" y="2817"/>
                    <a:pt x="0" y="6198"/>
                  </a:cubicBezTo>
                  <a:lnTo>
                    <a:pt x="0" y="157427"/>
                  </a:lnTo>
                  <a:lnTo>
                    <a:pt x="249980" y="157427"/>
                  </a:lnTo>
                  <a:lnTo>
                    <a:pt x="249980" y="6198"/>
                  </a:lnTo>
                  <a:cubicBezTo>
                    <a:pt x="249980" y="2817"/>
                    <a:pt x="247233" y="0"/>
                    <a:pt x="24378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1728;p114"/>
            <p:cNvSpPr/>
            <p:nvPr/>
          </p:nvSpPr>
          <p:spPr>
            <a:xfrm>
              <a:off x="904475" y="481125"/>
              <a:ext cx="5738850" cy="3435575"/>
            </a:xfrm>
            <a:custGeom>
              <a:avLst/>
              <a:gdLst/>
              <a:ahLst/>
              <a:cxnLst/>
              <a:rect l="l" t="t" r="r" b="b"/>
              <a:pathLst>
                <a:path w="229554" h="137423" extrusionOk="0">
                  <a:moveTo>
                    <a:pt x="0" y="0"/>
                  </a:moveTo>
                  <a:lnTo>
                    <a:pt x="0" y="137423"/>
                  </a:lnTo>
                  <a:lnTo>
                    <a:pt x="229554" y="137423"/>
                  </a:lnTo>
                  <a:lnTo>
                    <a:pt x="22955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729" name="Google Shape;1729;p114"/>
          <p:cNvPicPr preferRelativeResize="0"/>
          <p:nvPr/>
        </p:nvPicPr>
        <p:blipFill rotWithShape="1">
          <a:blip r:embed="rId3">
            <a:alphaModFix/>
          </a:blip>
          <a:srcRect l="2883" r="2883"/>
          <a:stretch/>
        </p:blipFill>
        <p:spPr>
          <a:xfrm>
            <a:off x="5168240" y="1483425"/>
            <a:ext cx="2787300" cy="166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7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17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34" name="Google Shape;1734;p115"/>
          <p:cNvGrpSpPr/>
          <p:nvPr/>
        </p:nvGrpSpPr>
        <p:grpSpPr>
          <a:xfrm>
            <a:off x="1541935" y="1369756"/>
            <a:ext cx="1852041" cy="2511902"/>
            <a:chOff x="1458613" y="1506187"/>
            <a:chExt cx="1466847" cy="1989468"/>
          </a:xfrm>
        </p:grpSpPr>
        <p:sp>
          <p:nvSpPr>
            <p:cNvPr id="1735" name="Google Shape;1735;p115"/>
            <p:cNvSpPr/>
            <p:nvPr/>
          </p:nvSpPr>
          <p:spPr>
            <a:xfrm>
              <a:off x="1458613" y="1506187"/>
              <a:ext cx="1466847" cy="1989468"/>
            </a:xfrm>
            <a:custGeom>
              <a:avLst/>
              <a:gdLst/>
              <a:ahLst/>
              <a:cxnLst/>
              <a:rect l="l" t="t" r="r" b="b"/>
              <a:pathLst>
                <a:path w="38016" h="56846" extrusionOk="0">
                  <a:moveTo>
                    <a:pt x="2292" y="0"/>
                  </a:moveTo>
                  <a:cubicBezTo>
                    <a:pt x="1029" y="0"/>
                    <a:pt x="1" y="999"/>
                    <a:pt x="1" y="2262"/>
                  </a:cubicBezTo>
                  <a:lnTo>
                    <a:pt x="1" y="54583"/>
                  </a:lnTo>
                  <a:cubicBezTo>
                    <a:pt x="1" y="55847"/>
                    <a:pt x="1029" y="56846"/>
                    <a:pt x="2292" y="56846"/>
                  </a:cubicBezTo>
                  <a:lnTo>
                    <a:pt x="35753" y="56846"/>
                  </a:lnTo>
                  <a:cubicBezTo>
                    <a:pt x="37016" y="56846"/>
                    <a:pt x="38015" y="55847"/>
                    <a:pt x="38015" y="54583"/>
                  </a:cubicBezTo>
                  <a:lnTo>
                    <a:pt x="38015" y="2262"/>
                  </a:lnTo>
                  <a:cubicBezTo>
                    <a:pt x="38015" y="999"/>
                    <a:pt x="37016" y="0"/>
                    <a:pt x="3575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115"/>
            <p:cNvSpPr/>
            <p:nvPr/>
          </p:nvSpPr>
          <p:spPr>
            <a:xfrm>
              <a:off x="2096830" y="3318726"/>
              <a:ext cx="167768" cy="129771"/>
            </a:xfrm>
            <a:custGeom>
              <a:avLst/>
              <a:gdLst/>
              <a:ahLst/>
              <a:cxnLst/>
              <a:rect l="l" t="t" r="r" b="b"/>
              <a:pathLst>
                <a:path w="4348" h="3708" extrusionOk="0">
                  <a:moveTo>
                    <a:pt x="2520" y="1"/>
                  </a:moveTo>
                  <a:cubicBezTo>
                    <a:pt x="2502" y="1"/>
                    <a:pt x="2485" y="1"/>
                    <a:pt x="2468" y="2"/>
                  </a:cubicBezTo>
                  <a:cubicBezTo>
                    <a:pt x="823" y="2"/>
                    <a:pt x="0" y="1999"/>
                    <a:pt x="1175" y="3174"/>
                  </a:cubicBezTo>
                  <a:cubicBezTo>
                    <a:pt x="1543" y="3542"/>
                    <a:pt x="2002" y="3707"/>
                    <a:pt x="2454" y="3707"/>
                  </a:cubicBezTo>
                  <a:cubicBezTo>
                    <a:pt x="3411" y="3707"/>
                    <a:pt x="4339" y="2969"/>
                    <a:pt x="4319" y="1852"/>
                  </a:cubicBezTo>
                  <a:cubicBezTo>
                    <a:pt x="4348" y="841"/>
                    <a:pt x="3524" y="1"/>
                    <a:pt x="25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115"/>
            <p:cNvSpPr/>
            <p:nvPr/>
          </p:nvSpPr>
          <p:spPr>
            <a:xfrm>
              <a:off x="1688741" y="3359883"/>
              <a:ext cx="309490" cy="46302"/>
            </a:xfrm>
            <a:custGeom>
              <a:avLst/>
              <a:gdLst/>
              <a:ahLst/>
              <a:cxnLst/>
              <a:rect l="l" t="t" r="r" b="b"/>
              <a:pathLst>
                <a:path w="8021" h="1323" extrusionOk="0">
                  <a:moveTo>
                    <a:pt x="882" y="1"/>
                  </a:moveTo>
                  <a:cubicBezTo>
                    <a:pt x="0" y="30"/>
                    <a:pt x="0" y="1323"/>
                    <a:pt x="882" y="1323"/>
                  </a:cubicBezTo>
                  <a:lnTo>
                    <a:pt x="7168" y="1323"/>
                  </a:lnTo>
                  <a:cubicBezTo>
                    <a:pt x="8020" y="1323"/>
                    <a:pt x="8020" y="1"/>
                    <a:pt x="716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115"/>
            <p:cNvSpPr/>
            <p:nvPr/>
          </p:nvSpPr>
          <p:spPr>
            <a:xfrm>
              <a:off x="2386999" y="3359883"/>
              <a:ext cx="309490" cy="46302"/>
            </a:xfrm>
            <a:custGeom>
              <a:avLst/>
              <a:gdLst/>
              <a:ahLst/>
              <a:cxnLst/>
              <a:rect l="l" t="t" r="r" b="b"/>
              <a:pathLst>
                <a:path w="8021" h="1323" extrusionOk="0">
                  <a:moveTo>
                    <a:pt x="882" y="1"/>
                  </a:moveTo>
                  <a:cubicBezTo>
                    <a:pt x="1" y="30"/>
                    <a:pt x="1" y="1323"/>
                    <a:pt x="882" y="1323"/>
                  </a:cubicBezTo>
                  <a:lnTo>
                    <a:pt x="7140" y="1323"/>
                  </a:lnTo>
                  <a:cubicBezTo>
                    <a:pt x="8021" y="1323"/>
                    <a:pt x="8021" y="1"/>
                    <a:pt x="714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39" name="Google Shape;1739;p115"/>
          <p:cNvSpPr txBox="1">
            <a:spLocks noGrp="1"/>
          </p:cNvSpPr>
          <p:nvPr>
            <p:ph type="title"/>
          </p:nvPr>
        </p:nvSpPr>
        <p:spPr>
          <a:xfrm>
            <a:off x="4253800" y="2019725"/>
            <a:ext cx="3931200" cy="6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Tablet mockup</a:t>
            </a:r>
            <a:endParaRPr/>
          </a:p>
        </p:txBody>
      </p:sp>
      <p:sp>
        <p:nvSpPr>
          <p:cNvPr id="1740" name="Google Shape;1740;p115"/>
          <p:cNvSpPr txBox="1">
            <a:spLocks noGrp="1"/>
          </p:cNvSpPr>
          <p:nvPr>
            <p:ph type="subTitle" idx="1"/>
          </p:nvPr>
        </p:nvSpPr>
        <p:spPr>
          <a:xfrm>
            <a:off x="5186112" y="2565775"/>
            <a:ext cx="2998800" cy="55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You can replace the image on the screen with your own work</a:t>
            </a:r>
            <a:endParaRPr/>
          </a:p>
        </p:txBody>
      </p:sp>
      <p:pic>
        <p:nvPicPr>
          <p:cNvPr id="1741" name="Google Shape;1741;p115"/>
          <p:cNvPicPr preferRelativeResize="0"/>
          <p:nvPr/>
        </p:nvPicPr>
        <p:blipFill rotWithShape="1">
          <a:blip r:embed="rId3">
            <a:alphaModFix/>
          </a:blip>
          <a:srcRect l="28920" t="3075" r="28920" b="3150"/>
          <a:stretch/>
        </p:blipFill>
        <p:spPr>
          <a:xfrm>
            <a:off x="1620025" y="1473050"/>
            <a:ext cx="1711324" cy="2139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7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17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6" name="Google Shape;1746;p116"/>
          <p:cNvSpPr txBox="1">
            <a:spLocks noGrp="1"/>
          </p:cNvSpPr>
          <p:nvPr>
            <p:ph type="title"/>
          </p:nvPr>
        </p:nvSpPr>
        <p:spPr>
          <a:xfrm flipH="1">
            <a:off x="959002" y="2019725"/>
            <a:ext cx="3931200" cy="6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Phone mockup</a:t>
            </a:r>
            <a:endParaRPr/>
          </a:p>
        </p:txBody>
      </p:sp>
      <p:sp>
        <p:nvSpPr>
          <p:cNvPr id="1747" name="Google Shape;1747;p116"/>
          <p:cNvSpPr txBox="1">
            <a:spLocks noGrp="1"/>
          </p:cNvSpPr>
          <p:nvPr>
            <p:ph type="subTitle" idx="1"/>
          </p:nvPr>
        </p:nvSpPr>
        <p:spPr>
          <a:xfrm flipH="1">
            <a:off x="959090" y="2565775"/>
            <a:ext cx="2998800" cy="55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You can replace the image on the screen with your own work</a:t>
            </a:r>
            <a:endParaRPr/>
          </a:p>
        </p:txBody>
      </p:sp>
      <p:grpSp>
        <p:nvGrpSpPr>
          <p:cNvPr id="1748" name="Google Shape;1748;p116"/>
          <p:cNvGrpSpPr/>
          <p:nvPr/>
        </p:nvGrpSpPr>
        <p:grpSpPr>
          <a:xfrm>
            <a:off x="5888524" y="1369871"/>
            <a:ext cx="1346874" cy="2511983"/>
            <a:chOff x="6599490" y="1506150"/>
            <a:chExt cx="1066746" cy="1989532"/>
          </a:xfrm>
        </p:grpSpPr>
        <p:sp>
          <p:nvSpPr>
            <p:cNvPr id="1749" name="Google Shape;1749;p116"/>
            <p:cNvSpPr/>
            <p:nvPr/>
          </p:nvSpPr>
          <p:spPr>
            <a:xfrm>
              <a:off x="6599490" y="1506150"/>
              <a:ext cx="1066746" cy="1989532"/>
            </a:xfrm>
            <a:custGeom>
              <a:avLst/>
              <a:gdLst/>
              <a:ahLst/>
              <a:cxnLst/>
              <a:rect l="l" t="t" r="r" b="b"/>
              <a:pathLst>
                <a:path w="26764" h="49913" extrusionOk="0">
                  <a:moveTo>
                    <a:pt x="2497" y="0"/>
                  </a:moveTo>
                  <a:cubicBezTo>
                    <a:pt x="1117" y="0"/>
                    <a:pt x="0" y="1117"/>
                    <a:pt x="0" y="2498"/>
                  </a:cubicBezTo>
                  <a:lnTo>
                    <a:pt x="0" y="47416"/>
                  </a:lnTo>
                  <a:cubicBezTo>
                    <a:pt x="0" y="48797"/>
                    <a:pt x="1117" y="49913"/>
                    <a:pt x="2497" y="49913"/>
                  </a:cubicBezTo>
                  <a:lnTo>
                    <a:pt x="24266" y="49913"/>
                  </a:lnTo>
                  <a:cubicBezTo>
                    <a:pt x="25647" y="49913"/>
                    <a:pt x="26763" y="48797"/>
                    <a:pt x="26763" y="47416"/>
                  </a:cubicBezTo>
                  <a:lnTo>
                    <a:pt x="26763" y="2498"/>
                  </a:lnTo>
                  <a:cubicBezTo>
                    <a:pt x="26763" y="1117"/>
                    <a:pt x="25647" y="0"/>
                    <a:pt x="242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116"/>
            <p:cNvSpPr/>
            <p:nvPr/>
          </p:nvSpPr>
          <p:spPr>
            <a:xfrm>
              <a:off x="6938954" y="1587978"/>
              <a:ext cx="383031" cy="67045"/>
            </a:xfrm>
            <a:custGeom>
              <a:avLst/>
              <a:gdLst/>
              <a:ahLst/>
              <a:cxnLst/>
              <a:rect l="l" t="t" r="r" b="b"/>
              <a:pathLst>
                <a:path w="9610" h="1682" extrusionOk="0">
                  <a:moveTo>
                    <a:pt x="1096" y="1"/>
                  </a:moveTo>
                  <a:cubicBezTo>
                    <a:pt x="1" y="1"/>
                    <a:pt x="1" y="1681"/>
                    <a:pt x="1096" y="1681"/>
                  </a:cubicBezTo>
                  <a:cubicBezTo>
                    <a:pt x="1122" y="1681"/>
                    <a:pt x="1150" y="1680"/>
                    <a:pt x="1178" y="1678"/>
                  </a:cubicBezTo>
                  <a:lnTo>
                    <a:pt x="8581" y="1678"/>
                  </a:lnTo>
                  <a:cubicBezTo>
                    <a:pt x="9609" y="1620"/>
                    <a:pt x="9609" y="63"/>
                    <a:pt x="8581" y="4"/>
                  </a:cubicBezTo>
                  <a:lnTo>
                    <a:pt x="1178" y="4"/>
                  </a:lnTo>
                  <a:cubicBezTo>
                    <a:pt x="1150" y="2"/>
                    <a:pt x="1122" y="1"/>
                    <a:pt x="109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116"/>
            <p:cNvSpPr/>
            <p:nvPr/>
          </p:nvSpPr>
          <p:spPr>
            <a:xfrm>
              <a:off x="7366424" y="1588098"/>
              <a:ext cx="77324" cy="66088"/>
            </a:xfrm>
            <a:custGeom>
              <a:avLst/>
              <a:gdLst/>
              <a:ahLst/>
              <a:cxnLst/>
              <a:rect l="l" t="t" r="r" b="b"/>
              <a:pathLst>
                <a:path w="1940" h="1658" extrusionOk="0">
                  <a:moveTo>
                    <a:pt x="1117" y="1"/>
                  </a:moveTo>
                  <a:cubicBezTo>
                    <a:pt x="382" y="1"/>
                    <a:pt x="1" y="882"/>
                    <a:pt x="529" y="1411"/>
                  </a:cubicBezTo>
                  <a:cubicBezTo>
                    <a:pt x="700" y="1581"/>
                    <a:pt x="907" y="1657"/>
                    <a:pt x="1109" y="1657"/>
                  </a:cubicBezTo>
                  <a:cubicBezTo>
                    <a:pt x="1534" y="1657"/>
                    <a:pt x="1939" y="1321"/>
                    <a:pt x="1939" y="823"/>
                  </a:cubicBezTo>
                  <a:cubicBezTo>
                    <a:pt x="1939" y="353"/>
                    <a:pt x="1587" y="1"/>
                    <a:pt x="11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116"/>
            <p:cNvSpPr/>
            <p:nvPr/>
          </p:nvSpPr>
          <p:spPr>
            <a:xfrm>
              <a:off x="6821933" y="1587660"/>
              <a:ext cx="78519" cy="67244"/>
            </a:xfrm>
            <a:custGeom>
              <a:avLst/>
              <a:gdLst/>
              <a:ahLst/>
              <a:cxnLst/>
              <a:rect l="l" t="t" r="r" b="b"/>
              <a:pathLst>
                <a:path w="1970" h="1687" extrusionOk="0">
                  <a:moveTo>
                    <a:pt x="854" y="1"/>
                  </a:moveTo>
                  <a:cubicBezTo>
                    <a:pt x="419" y="1"/>
                    <a:pt x="1" y="337"/>
                    <a:pt x="1" y="834"/>
                  </a:cubicBezTo>
                  <a:cubicBezTo>
                    <a:pt x="1" y="1304"/>
                    <a:pt x="383" y="1686"/>
                    <a:pt x="853" y="1686"/>
                  </a:cubicBezTo>
                  <a:cubicBezTo>
                    <a:pt x="1587" y="1686"/>
                    <a:pt x="1969" y="776"/>
                    <a:pt x="1440" y="247"/>
                  </a:cubicBezTo>
                  <a:cubicBezTo>
                    <a:pt x="1270" y="77"/>
                    <a:pt x="1060" y="1"/>
                    <a:pt x="8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116"/>
            <p:cNvSpPr/>
            <p:nvPr/>
          </p:nvSpPr>
          <p:spPr>
            <a:xfrm>
              <a:off x="7025684" y="3299997"/>
              <a:ext cx="188566" cy="160716"/>
            </a:xfrm>
            <a:custGeom>
              <a:avLst/>
              <a:gdLst/>
              <a:ahLst/>
              <a:cxnLst/>
              <a:rect l="l" t="t" r="r" b="b"/>
              <a:pathLst>
                <a:path w="4731" h="4032" extrusionOk="0">
                  <a:moveTo>
                    <a:pt x="2703" y="1"/>
                  </a:moveTo>
                  <a:cubicBezTo>
                    <a:pt x="882" y="1"/>
                    <a:pt x="1" y="2175"/>
                    <a:pt x="1264" y="3438"/>
                  </a:cubicBezTo>
                  <a:cubicBezTo>
                    <a:pt x="1673" y="3847"/>
                    <a:pt x="2181" y="4031"/>
                    <a:pt x="2681" y="4031"/>
                  </a:cubicBezTo>
                  <a:cubicBezTo>
                    <a:pt x="3724" y="4031"/>
                    <a:pt x="4730" y="3230"/>
                    <a:pt x="4730" y="1998"/>
                  </a:cubicBezTo>
                  <a:cubicBezTo>
                    <a:pt x="4701" y="882"/>
                    <a:pt x="3820" y="1"/>
                    <a:pt x="270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754" name="Google Shape;1754;p116"/>
          <p:cNvPicPr preferRelativeResize="0"/>
          <p:nvPr/>
        </p:nvPicPr>
        <p:blipFill rotWithShape="1">
          <a:blip r:embed="rId3">
            <a:alphaModFix/>
          </a:blip>
          <a:srcRect l="33002" r="32498"/>
          <a:stretch/>
        </p:blipFill>
        <p:spPr>
          <a:xfrm>
            <a:off x="5981424" y="1640800"/>
            <a:ext cx="1178250" cy="196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7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17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7" name="Google Shape;2257;p132"/>
          <p:cNvSpPr txBox="1">
            <a:spLocks noGrp="1"/>
          </p:cNvSpPr>
          <p:nvPr>
            <p:ph type="title"/>
          </p:nvPr>
        </p:nvSpPr>
        <p:spPr>
          <a:xfrm>
            <a:off x="540000" y="363275"/>
            <a:ext cx="806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SY" dirty="0" smtClean="0">
                <a:latin typeface="Josefin Sans"/>
                <a:ea typeface="Josefin Sans"/>
                <a:cs typeface="+mj-cs"/>
                <a:sym typeface="Josefin Sans"/>
              </a:rPr>
              <a:t>عمل الطلاب </a:t>
            </a:r>
            <a:endParaRPr dirty="0">
              <a:latin typeface="Josefin Sans"/>
              <a:ea typeface="Josefin Sans"/>
              <a:cs typeface="+mj-cs"/>
              <a:sym typeface="Josefin Sans"/>
            </a:endParaRPr>
          </a:p>
        </p:txBody>
      </p:sp>
      <p:sp>
        <p:nvSpPr>
          <p:cNvPr id="2258" name="Google Shape;2258;p132"/>
          <p:cNvSpPr txBox="1">
            <a:spLocks noGrp="1"/>
          </p:cNvSpPr>
          <p:nvPr>
            <p:ph type="title" idx="2"/>
          </p:nvPr>
        </p:nvSpPr>
        <p:spPr>
          <a:xfrm>
            <a:off x="595875" y="1814400"/>
            <a:ext cx="2543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SY" dirty="0" smtClean="0">
                <a:cs typeface="+mj-cs"/>
              </a:rPr>
              <a:t>تغريد  سويده</a:t>
            </a:r>
            <a:endParaRPr dirty="0">
              <a:cs typeface="+mj-cs"/>
            </a:endParaRPr>
          </a:p>
        </p:txBody>
      </p:sp>
      <p:sp>
        <p:nvSpPr>
          <p:cNvPr id="2259" name="Google Shape;2259;p132"/>
          <p:cNvSpPr txBox="1">
            <a:spLocks noGrp="1"/>
          </p:cNvSpPr>
          <p:nvPr>
            <p:ph type="subTitle" idx="1"/>
          </p:nvPr>
        </p:nvSpPr>
        <p:spPr>
          <a:xfrm>
            <a:off x="816075" y="2282228"/>
            <a:ext cx="23229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60" name="Google Shape;2260;p132"/>
          <p:cNvSpPr txBox="1">
            <a:spLocks noGrp="1"/>
          </p:cNvSpPr>
          <p:nvPr>
            <p:ph type="title" idx="3"/>
          </p:nvPr>
        </p:nvSpPr>
        <p:spPr>
          <a:xfrm>
            <a:off x="5994850" y="1814400"/>
            <a:ext cx="2543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SY" dirty="0" smtClean="0">
                <a:cs typeface="+mj-cs"/>
              </a:rPr>
              <a:t>عمران السمكري</a:t>
            </a:r>
            <a:endParaRPr dirty="0">
              <a:cs typeface="+mj-cs"/>
            </a:endParaRPr>
          </a:p>
        </p:txBody>
      </p:sp>
      <p:sp>
        <p:nvSpPr>
          <p:cNvPr id="2261" name="Google Shape;2261;p132"/>
          <p:cNvSpPr txBox="1">
            <a:spLocks noGrp="1"/>
          </p:cNvSpPr>
          <p:nvPr>
            <p:ph type="subTitle" idx="4"/>
          </p:nvPr>
        </p:nvSpPr>
        <p:spPr>
          <a:xfrm>
            <a:off x="5994850" y="2282229"/>
            <a:ext cx="23229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62" name="Google Shape;2262;p132"/>
          <p:cNvSpPr txBox="1">
            <a:spLocks noGrp="1"/>
          </p:cNvSpPr>
          <p:nvPr>
            <p:ph type="title" idx="5"/>
          </p:nvPr>
        </p:nvSpPr>
        <p:spPr>
          <a:xfrm>
            <a:off x="595875" y="3205300"/>
            <a:ext cx="2543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SY" dirty="0" smtClean="0">
                <a:cs typeface="+mj-cs"/>
              </a:rPr>
              <a:t>سارة العقاد</a:t>
            </a:r>
            <a:endParaRPr dirty="0">
              <a:cs typeface="+mj-cs"/>
            </a:endParaRPr>
          </a:p>
        </p:txBody>
      </p:sp>
      <p:sp>
        <p:nvSpPr>
          <p:cNvPr id="2263" name="Google Shape;2263;p132"/>
          <p:cNvSpPr txBox="1">
            <a:spLocks noGrp="1"/>
          </p:cNvSpPr>
          <p:nvPr>
            <p:ph type="subTitle" idx="6"/>
          </p:nvPr>
        </p:nvSpPr>
        <p:spPr>
          <a:xfrm>
            <a:off x="816075" y="3673128"/>
            <a:ext cx="23229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64" name="Google Shape;2264;p132"/>
          <p:cNvSpPr txBox="1">
            <a:spLocks noGrp="1"/>
          </p:cNvSpPr>
          <p:nvPr>
            <p:ph type="title" idx="7"/>
          </p:nvPr>
        </p:nvSpPr>
        <p:spPr>
          <a:xfrm>
            <a:off x="5994850" y="3205300"/>
            <a:ext cx="2543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SY" dirty="0" smtClean="0">
                <a:cs typeface="+mj-cs"/>
              </a:rPr>
              <a:t>عمر هواري</a:t>
            </a:r>
            <a:endParaRPr dirty="0">
              <a:cs typeface="+mj-cs"/>
            </a:endParaRPr>
          </a:p>
        </p:txBody>
      </p:sp>
      <p:sp>
        <p:nvSpPr>
          <p:cNvPr id="2265" name="Google Shape;2265;p132"/>
          <p:cNvSpPr txBox="1">
            <a:spLocks noGrp="1"/>
          </p:cNvSpPr>
          <p:nvPr>
            <p:ph type="subTitle" idx="8"/>
          </p:nvPr>
        </p:nvSpPr>
        <p:spPr>
          <a:xfrm>
            <a:off x="5994850" y="3673127"/>
            <a:ext cx="23229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2264;p132"/>
          <p:cNvSpPr txBox="1">
            <a:spLocks/>
          </p:cNvSpPr>
          <p:nvPr/>
        </p:nvSpPr>
        <p:spPr>
          <a:xfrm>
            <a:off x="3300450" y="2873095"/>
            <a:ext cx="25431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Josefin Sans"/>
              <a:buNone/>
              <a:defRPr sz="27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Josefin Sans"/>
              <a:buNone/>
              <a:defRPr sz="27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Josefin Sans"/>
              <a:buNone/>
              <a:defRPr sz="27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Josefin Sans"/>
              <a:buNone/>
              <a:defRPr sz="27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Josefin Sans"/>
              <a:buNone/>
              <a:defRPr sz="27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Josefin Sans"/>
              <a:buNone/>
              <a:defRPr sz="27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Josefin Sans"/>
              <a:buNone/>
              <a:defRPr sz="27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Josefin Sans"/>
              <a:buNone/>
              <a:defRPr sz="27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Josefin Sans"/>
              <a:buNone/>
              <a:defRPr sz="27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 algn="ctr"/>
            <a:r>
              <a:rPr lang="ar-SY" dirty="0" smtClean="0">
                <a:cs typeface="+mj-cs"/>
              </a:rPr>
              <a:t>عمر فستق</a:t>
            </a:r>
            <a:endParaRPr lang="ar-SY" dirty="0"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/>
                                        <p:tgtEl>
                                          <p:spTgt spid="22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/>
                                        <p:tgtEl>
                                          <p:spTgt spid="22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/>
                                        <p:tgtEl>
                                          <p:spTgt spid="22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/>
                                        <p:tgtEl>
                                          <p:spTgt spid="22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/>
                                        <p:tgtEl>
                                          <p:spTgt spid="22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1000"/>
                                        <p:tgtEl>
                                          <p:spTgt spid="22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000"/>
                            </p:stCondLst>
                            <p:childTnLst>
                              <p:par>
                                <p:cTn id="3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000"/>
                                        <p:tgtEl>
                                          <p:spTgt spid="22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/>
                                        <p:tgtEl>
                                          <p:spTgt spid="22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0"/>
                            </p:stCondLst>
                            <p:childTnLst>
                              <p:par>
                                <p:cTn id="37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4" name="Google Shape;2274;p133"/>
          <p:cNvSpPr txBox="1">
            <a:spLocks noGrp="1"/>
          </p:cNvSpPr>
          <p:nvPr>
            <p:ph type="title"/>
          </p:nvPr>
        </p:nvSpPr>
        <p:spPr>
          <a:xfrm>
            <a:off x="2582990" y="1398065"/>
            <a:ext cx="3884100" cy="93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Thanks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2275" name="Google Shape;2275;p133"/>
          <p:cNvSpPr txBox="1">
            <a:spLocks noGrp="1"/>
          </p:cNvSpPr>
          <p:nvPr>
            <p:ph type="subTitle" idx="1"/>
          </p:nvPr>
        </p:nvSpPr>
        <p:spPr>
          <a:xfrm>
            <a:off x="2957554" y="2925650"/>
            <a:ext cx="3066900" cy="1090800"/>
          </a:xfrm>
          <a:prstGeom prst="rect">
            <a:avLst/>
          </a:prstGeom>
          <a:solidFill>
            <a:schemeClr val="bg1"/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76" name="Google Shape;2276;p133"/>
          <p:cNvSpPr txBox="1">
            <a:spLocks noGrp="1"/>
          </p:cNvSpPr>
          <p:nvPr>
            <p:ph type="subTitle" idx="2"/>
          </p:nvPr>
        </p:nvSpPr>
        <p:spPr>
          <a:xfrm>
            <a:off x="2676890" y="3876500"/>
            <a:ext cx="3790200" cy="2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Aquatic and Physical Therapy Center XL by Slidesgo">
  <a:themeElements>
    <a:clrScheme name="Simple Light">
      <a:dk1>
        <a:srgbClr val="1A4568"/>
      </a:dk1>
      <a:lt1>
        <a:srgbClr val="FFFFFF"/>
      </a:lt1>
      <a:dk2>
        <a:srgbClr val="285E89"/>
      </a:dk2>
      <a:lt2>
        <a:srgbClr val="80C9DD"/>
      </a:lt2>
      <a:accent1>
        <a:srgbClr val="285E89"/>
      </a:accent1>
      <a:accent2>
        <a:srgbClr val="9DCEDF"/>
      </a:accent2>
      <a:accent3>
        <a:srgbClr val="EFEFEF"/>
      </a:accent3>
      <a:accent4>
        <a:srgbClr val="66A5BB"/>
      </a:accent4>
      <a:accent5>
        <a:srgbClr val="EFEFEF"/>
      </a:accent5>
      <a:accent6>
        <a:srgbClr val="1A4568"/>
      </a:accent6>
      <a:hlink>
        <a:srgbClr val="285E8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380</TotalTime>
  <Words>395</Words>
  <Application>Microsoft Office PowerPoint</Application>
  <PresentationFormat>On-screen Show (16:9)</PresentationFormat>
  <Paragraphs>61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Josefin Sans</vt:lpstr>
      <vt:lpstr>Goudy Stout</vt:lpstr>
      <vt:lpstr>Arial</vt:lpstr>
      <vt:lpstr>Open Sans</vt:lpstr>
      <vt:lpstr>Fira Sans Condensed</vt:lpstr>
      <vt:lpstr>Times New Roman</vt:lpstr>
      <vt:lpstr>Open Sans SemiBold</vt:lpstr>
      <vt:lpstr>Aquatic and Physical Therapy Center XL by Slidesgo</vt:lpstr>
      <vt:lpstr>قارب بمحرك عادي</vt:lpstr>
      <vt:lpstr>جدول المحتويات</vt:lpstr>
      <vt:lpstr>مقدمة</vt:lpstr>
      <vt:lpstr>الدراسة الفيزيائية للقارب</vt:lpstr>
      <vt:lpstr>PowerPoint Presentation</vt:lpstr>
      <vt:lpstr>PowerPoint Presentation</vt:lpstr>
      <vt:lpstr>الحركة الانسحابية</vt:lpstr>
      <vt:lpstr>الحركة الدورانية</vt:lpstr>
      <vt:lpstr>مساقط الحركة الدورانية</vt:lpstr>
      <vt:lpstr>الدراسة الخوارزمية</vt:lpstr>
      <vt:lpstr>مخطط الدراسة الخوارزمية</vt:lpstr>
      <vt:lpstr>برنامج المحاكاة</vt:lpstr>
      <vt:lpstr>PowerPoint Presentation</vt:lpstr>
      <vt:lpstr>PowerPoint Presentation</vt:lpstr>
      <vt:lpstr>A picture always reinforces the concept</vt:lpstr>
      <vt:lpstr>A picture always reinforces the concept</vt:lpstr>
      <vt:lpstr>Desktop mockup</vt:lpstr>
      <vt:lpstr>Tablet mockup</vt:lpstr>
      <vt:lpstr>Phone mockup</vt:lpstr>
      <vt:lpstr>عمل الطلاب 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قارب بمحرك عادي</dc:title>
  <dc:creator>Taghreed Swidah</dc:creator>
  <cp:lastModifiedBy>Maher Fattouh</cp:lastModifiedBy>
  <cp:revision>14</cp:revision>
  <dcterms:modified xsi:type="dcterms:W3CDTF">2024-08-18T01:41:40Z</dcterms:modified>
</cp:coreProperties>
</file>